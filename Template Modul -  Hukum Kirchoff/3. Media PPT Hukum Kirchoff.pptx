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69" r:id="rId3"/>
    <p:sldId id="272" r:id="rId4"/>
    <p:sldId id="264" r:id="rId5"/>
    <p:sldId id="266" r:id="rId6"/>
    <p:sldId id="273" r:id="rId7"/>
    <p:sldId id="274" r:id="rId8"/>
    <p:sldId id="275" r:id="rId9"/>
    <p:sldId id="276" r:id="rId10"/>
    <p:sldId id="258" r:id="rId11"/>
    <p:sldId id="259" r:id="rId12"/>
    <p:sldId id="265" r:id="rId13"/>
    <p:sldId id="267" r:id="rId14"/>
    <p:sldId id="277" r:id="rId15"/>
    <p:sldId id="279" r:id="rId16"/>
    <p:sldId id="280" r:id="rId17"/>
    <p:sldId id="268" r:id="rId18"/>
    <p:sldId id="261" r:id="rId19"/>
    <p:sldId id="262" r:id="rId20"/>
    <p:sldId id="260" r:id="rId21"/>
    <p:sldId id="263" r:id="rId22"/>
    <p:sldId id="27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F26EB-D175-42A0-91BF-B78D77B4813D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EDD17-BECB-4984-9C13-572B357B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5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</a:t>
            </a:r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yang </a:t>
            </a:r>
            <a:r>
              <a:rPr lang="en-US" dirty="0" err="1"/>
              <a:t>agak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 </a:t>
            </a:r>
            <a:r>
              <a:rPr lang="en-US" dirty="0" err="1"/>
              <a:t>mengerjakan</a:t>
            </a:r>
            <a:endParaRPr lang="en-US" dirty="0"/>
          </a:p>
          <a:p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resistor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nomer</a:t>
            </a:r>
            <a:r>
              <a:rPr lang="en-US" dirty="0"/>
              <a:t> </a:t>
            </a:r>
            <a:r>
              <a:rPr lang="en-US" dirty="0" err="1"/>
              <a:t>absen</a:t>
            </a:r>
            <a:r>
              <a:rPr lang="en-US" dirty="0"/>
              <a:t> agar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2BEA-E012-4FF5-A12B-18AD579B1D8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76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</a:t>
            </a:r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yang </a:t>
            </a:r>
            <a:r>
              <a:rPr lang="en-US" dirty="0" err="1"/>
              <a:t>agak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 </a:t>
            </a:r>
            <a:r>
              <a:rPr lang="en-US" dirty="0" err="1"/>
              <a:t>mengerjakan</a:t>
            </a:r>
            <a:endParaRPr lang="en-US" dirty="0"/>
          </a:p>
          <a:p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resistor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nomer</a:t>
            </a:r>
            <a:r>
              <a:rPr lang="en-US" dirty="0"/>
              <a:t> </a:t>
            </a:r>
            <a:r>
              <a:rPr lang="en-US" dirty="0" err="1"/>
              <a:t>absen</a:t>
            </a:r>
            <a:r>
              <a:rPr lang="en-US" dirty="0"/>
              <a:t> agar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2BEA-E012-4FF5-A12B-18AD579B1D8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37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</a:t>
            </a:r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yang </a:t>
            </a:r>
            <a:r>
              <a:rPr lang="en-US" dirty="0" err="1"/>
              <a:t>agak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 </a:t>
            </a:r>
            <a:r>
              <a:rPr lang="en-US" dirty="0" err="1"/>
              <a:t>mengerjakan</a:t>
            </a:r>
            <a:endParaRPr lang="en-US" dirty="0"/>
          </a:p>
          <a:p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resistor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nomer</a:t>
            </a:r>
            <a:r>
              <a:rPr lang="en-US" dirty="0"/>
              <a:t> </a:t>
            </a:r>
            <a:r>
              <a:rPr lang="en-US" dirty="0" err="1"/>
              <a:t>absen</a:t>
            </a:r>
            <a:r>
              <a:rPr lang="en-US" dirty="0"/>
              <a:t> agar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2BEA-E012-4FF5-A12B-18AD579B1D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59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</a:t>
            </a:r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yang </a:t>
            </a:r>
            <a:r>
              <a:rPr lang="en-US" dirty="0" err="1"/>
              <a:t>agak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 </a:t>
            </a:r>
            <a:r>
              <a:rPr lang="en-US" dirty="0" err="1"/>
              <a:t>mengerjakan</a:t>
            </a:r>
            <a:endParaRPr lang="en-US" dirty="0"/>
          </a:p>
          <a:p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resistor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nomer</a:t>
            </a:r>
            <a:r>
              <a:rPr lang="en-US" dirty="0"/>
              <a:t> </a:t>
            </a:r>
            <a:r>
              <a:rPr lang="en-US" dirty="0" err="1"/>
              <a:t>absen</a:t>
            </a:r>
            <a:r>
              <a:rPr lang="en-US" dirty="0"/>
              <a:t> agar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2BEA-E012-4FF5-A12B-18AD579B1D8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84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</a:t>
            </a:r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yang </a:t>
            </a:r>
            <a:r>
              <a:rPr lang="en-US" dirty="0" err="1"/>
              <a:t>agak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 </a:t>
            </a:r>
            <a:r>
              <a:rPr lang="en-US" dirty="0" err="1"/>
              <a:t>mengerjakan</a:t>
            </a:r>
            <a:endParaRPr lang="en-US" dirty="0"/>
          </a:p>
          <a:p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resistor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nomer</a:t>
            </a:r>
            <a:r>
              <a:rPr lang="en-US" dirty="0"/>
              <a:t> </a:t>
            </a:r>
            <a:r>
              <a:rPr lang="en-US" dirty="0" err="1"/>
              <a:t>absen</a:t>
            </a:r>
            <a:r>
              <a:rPr lang="en-US" dirty="0"/>
              <a:t> agar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2BEA-E012-4FF5-A12B-18AD579B1D8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67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</a:t>
            </a:r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yang </a:t>
            </a:r>
            <a:r>
              <a:rPr lang="en-US" dirty="0" err="1"/>
              <a:t>agak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 </a:t>
            </a:r>
            <a:r>
              <a:rPr lang="en-US" dirty="0" err="1"/>
              <a:t>mengerjakan</a:t>
            </a:r>
            <a:endParaRPr lang="en-US" dirty="0"/>
          </a:p>
          <a:p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resistor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nomer</a:t>
            </a:r>
            <a:r>
              <a:rPr lang="en-US" dirty="0"/>
              <a:t> </a:t>
            </a:r>
            <a:r>
              <a:rPr lang="en-US" dirty="0" err="1"/>
              <a:t>absen</a:t>
            </a:r>
            <a:r>
              <a:rPr lang="en-US" dirty="0"/>
              <a:t> agar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2BEA-E012-4FF5-A12B-18AD579B1D8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34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</a:t>
            </a:r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yang </a:t>
            </a:r>
            <a:r>
              <a:rPr lang="en-US" dirty="0" err="1"/>
              <a:t>agak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 </a:t>
            </a:r>
            <a:r>
              <a:rPr lang="en-US" dirty="0" err="1"/>
              <a:t>mengerjakan</a:t>
            </a:r>
            <a:endParaRPr lang="en-US" dirty="0"/>
          </a:p>
          <a:p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resistor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nomer</a:t>
            </a:r>
            <a:r>
              <a:rPr lang="en-US" dirty="0"/>
              <a:t> </a:t>
            </a:r>
            <a:r>
              <a:rPr lang="en-US" dirty="0" err="1"/>
              <a:t>absen</a:t>
            </a:r>
            <a:r>
              <a:rPr lang="en-US" dirty="0"/>
              <a:t> agar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2BEA-E012-4FF5-A12B-18AD579B1D8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31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</a:t>
            </a:r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yang </a:t>
            </a:r>
            <a:r>
              <a:rPr lang="en-US" dirty="0" err="1"/>
              <a:t>agak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 </a:t>
            </a:r>
            <a:r>
              <a:rPr lang="en-US" dirty="0" err="1"/>
              <a:t>mengerjakan</a:t>
            </a:r>
            <a:endParaRPr lang="en-US" dirty="0"/>
          </a:p>
          <a:p>
            <a:r>
              <a:rPr lang="en-US" dirty="0" err="1"/>
              <a:t>Latihan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resistor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nomer</a:t>
            </a:r>
            <a:r>
              <a:rPr lang="en-US" dirty="0"/>
              <a:t> </a:t>
            </a:r>
            <a:r>
              <a:rPr lang="en-US" dirty="0" err="1"/>
              <a:t>absen</a:t>
            </a:r>
            <a:r>
              <a:rPr lang="en-US" dirty="0"/>
              <a:t> agar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2BEA-E012-4FF5-A12B-18AD579B1D8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25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1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3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7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88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75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8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3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26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0B77183B-D91C-4877-8446-04AF82AD0211}"/>
              </a:ext>
            </a:extLst>
          </p:cNvPr>
          <p:cNvSpPr/>
          <p:nvPr userDrawn="1"/>
        </p:nvSpPr>
        <p:spPr>
          <a:xfrm>
            <a:off x="0" y="6649277"/>
            <a:ext cx="9893376" cy="852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>
            <a:extLst>
              <a:ext uri="{FF2B5EF4-FFF2-40B4-BE49-F238E27FC236}">
                <a16:creationId xmlns=""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378F7C02-C4E1-41FB-B50E-9077B2D466F1}"/>
              </a:ext>
            </a:extLst>
          </p:cNvPr>
          <p:cNvGrpSpPr/>
          <p:nvPr/>
        </p:nvGrpSpPr>
        <p:grpSpPr>
          <a:xfrm>
            <a:off x="9917984" y="6249017"/>
            <a:ext cx="2134868" cy="538948"/>
            <a:chOff x="3459679" y="2564932"/>
            <a:chExt cx="5250757" cy="1325555"/>
          </a:xfrm>
        </p:grpSpPr>
        <p:grpSp>
          <p:nvGrpSpPr>
            <p:cNvPr id="11" name="Group 10">
              <a:extLst>
                <a:ext uri="{FF2B5EF4-FFF2-40B4-BE49-F238E27FC236}">
                  <a16:creationId xmlns="" xmlns:a16="http://schemas.microsoft.com/office/drawing/2014/main" id="{AEBFE799-9951-424F-AA26-A9B2226E0273}"/>
                </a:ext>
              </a:extLst>
            </p:cNvPr>
            <p:cNvGrpSpPr/>
            <p:nvPr/>
          </p:nvGrpSpPr>
          <p:grpSpPr>
            <a:xfrm>
              <a:off x="3467491" y="2775272"/>
              <a:ext cx="5242945" cy="981076"/>
              <a:chOff x="609600" y="2828925"/>
              <a:chExt cx="4733925" cy="88582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="" xmlns:a16="http://schemas.microsoft.com/office/drawing/2014/main" id="{E404C533-9854-4AB1-864E-4EC83E534AF5}"/>
                  </a:ext>
                </a:extLst>
              </p:cNvPr>
              <p:cNvSpPr/>
              <p:nvPr/>
            </p:nvSpPr>
            <p:spPr>
              <a:xfrm>
                <a:off x="609600" y="2828925"/>
                <a:ext cx="885825" cy="88582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="" xmlns:a16="http://schemas.microsoft.com/office/drawing/2014/main" id="{36CC28C5-72C9-4A9C-A38D-4895E418FDF6}"/>
                  </a:ext>
                </a:extLst>
              </p:cNvPr>
              <p:cNvSpPr/>
              <p:nvPr/>
            </p:nvSpPr>
            <p:spPr>
              <a:xfrm>
                <a:off x="1571625" y="2828925"/>
                <a:ext cx="885825" cy="8858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="" xmlns:a16="http://schemas.microsoft.com/office/drawing/2014/main" id="{0DE7E71F-BCD3-460E-871E-91151BF0CFCB}"/>
                  </a:ext>
                </a:extLst>
              </p:cNvPr>
              <p:cNvSpPr/>
              <p:nvPr/>
            </p:nvSpPr>
            <p:spPr>
              <a:xfrm>
                <a:off x="2533650" y="2828925"/>
                <a:ext cx="885825" cy="8858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="" xmlns:a16="http://schemas.microsoft.com/office/drawing/2014/main" id="{8CB2864E-6E5C-4245-B1A8-E20E2751C8B2}"/>
                  </a:ext>
                </a:extLst>
              </p:cNvPr>
              <p:cNvSpPr/>
              <p:nvPr/>
            </p:nvSpPr>
            <p:spPr>
              <a:xfrm>
                <a:off x="3495675" y="2828925"/>
                <a:ext cx="885825" cy="8858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="" xmlns:a16="http://schemas.microsoft.com/office/drawing/2014/main" id="{AC5333E1-387E-4717-8817-F654B5A8E20D}"/>
                  </a:ext>
                </a:extLst>
              </p:cNvPr>
              <p:cNvSpPr/>
              <p:nvPr/>
            </p:nvSpPr>
            <p:spPr>
              <a:xfrm>
                <a:off x="4457700" y="2828925"/>
                <a:ext cx="885825" cy="88582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59917E84-BC22-43AB-A243-2B467A7BD64E}"/>
                </a:ext>
              </a:extLst>
            </p:cNvPr>
            <p:cNvSpPr/>
            <p:nvPr/>
          </p:nvSpPr>
          <p:spPr>
            <a:xfrm rot="10800000">
              <a:off x="4589772" y="2769586"/>
              <a:ext cx="869882" cy="963508"/>
            </a:xfrm>
            <a:custGeom>
              <a:avLst/>
              <a:gdLst>
                <a:gd name="connsiteX0" fmla="*/ 249393 w 869883"/>
                <a:gd name="connsiteY0" fmla="*/ 183621 h 963507"/>
                <a:gd name="connsiteX1" fmla="*/ 283449 w 869883"/>
                <a:gd name="connsiteY1" fmla="*/ 159204 h 963507"/>
                <a:gd name="connsiteX2" fmla="*/ 259032 w 869883"/>
                <a:gd name="connsiteY2" fmla="*/ 125148 h 963507"/>
                <a:gd name="connsiteX3" fmla="*/ 224976 w 869883"/>
                <a:gd name="connsiteY3" fmla="*/ 149565 h 963507"/>
                <a:gd name="connsiteX4" fmla="*/ 249393 w 869883"/>
                <a:gd name="connsiteY4" fmla="*/ 183621 h 963507"/>
                <a:gd name="connsiteX5" fmla="*/ 795252 w 869883"/>
                <a:gd name="connsiteY5" fmla="*/ 408697 h 963507"/>
                <a:gd name="connsiteX6" fmla="*/ 809612 w 869883"/>
                <a:gd name="connsiteY6" fmla="*/ 355860 h 963507"/>
                <a:gd name="connsiteX7" fmla="*/ 771076 w 869883"/>
                <a:gd name="connsiteY7" fmla="*/ 403388 h 963507"/>
                <a:gd name="connsiteX8" fmla="*/ 795252 w 869883"/>
                <a:gd name="connsiteY8" fmla="*/ 408697 h 963507"/>
                <a:gd name="connsiteX9" fmla="*/ 100086 w 869883"/>
                <a:gd name="connsiteY9" fmla="*/ 631479 h 963507"/>
                <a:gd name="connsiteX10" fmla="*/ 71143 w 869883"/>
                <a:gd name="connsiteY10" fmla="*/ 602536 h 963507"/>
                <a:gd name="connsiteX11" fmla="*/ 100086 w 869883"/>
                <a:gd name="connsiteY11" fmla="*/ 573593 h 963507"/>
                <a:gd name="connsiteX12" fmla="*/ 129029 w 869883"/>
                <a:gd name="connsiteY12" fmla="*/ 602536 h 963507"/>
                <a:gd name="connsiteX13" fmla="*/ 100086 w 869883"/>
                <a:gd name="connsiteY13" fmla="*/ 631479 h 963507"/>
                <a:gd name="connsiteX14" fmla="*/ 100086 w 869883"/>
                <a:gd name="connsiteY14" fmla="*/ 660422 h 963507"/>
                <a:gd name="connsiteX15" fmla="*/ 157972 w 869883"/>
                <a:gd name="connsiteY15" fmla="*/ 602536 h 963507"/>
                <a:gd name="connsiteX16" fmla="*/ 100086 w 869883"/>
                <a:gd name="connsiteY16" fmla="*/ 544650 h 963507"/>
                <a:gd name="connsiteX17" fmla="*/ 42200 w 869883"/>
                <a:gd name="connsiteY17" fmla="*/ 602536 h 963507"/>
                <a:gd name="connsiteX18" fmla="*/ 100086 w 869883"/>
                <a:gd name="connsiteY18" fmla="*/ 660422 h 963507"/>
                <a:gd name="connsiteX19" fmla="*/ 636483 w 869883"/>
                <a:gd name="connsiteY19" fmla="*/ 963507 h 963507"/>
                <a:gd name="connsiteX20" fmla="*/ 423144 w 869883"/>
                <a:gd name="connsiteY20" fmla="*/ 963507 h 963507"/>
                <a:gd name="connsiteX21" fmla="*/ 417256 w 869883"/>
                <a:gd name="connsiteY21" fmla="*/ 959411 h 963507"/>
                <a:gd name="connsiteX22" fmla="*/ 118065 w 869883"/>
                <a:gd name="connsiteY22" fmla="*/ 959411 h 963507"/>
                <a:gd name="connsiteX23" fmla="*/ 118065 w 869883"/>
                <a:gd name="connsiteY23" fmla="*/ 908722 h 963507"/>
                <a:gd name="connsiteX24" fmla="*/ 168754 w 869883"/>
                <a:gd name="connsiteY24" fmla="*/ 858033 h 963507"/>
                <a:gd name="connsiteX25" fmla="*/ 271522 w 869883"/>
                <a:gd name="connsiteY25" fmla="*/ 858033 h 963507"/>
                <a:gd name="connsiteX26" fmla="*/ 44795 w 869883"/>
                <a:gd name="connsiteY26" fmla="*/ 700313 h 963507"/>
                <a:gd name="connsiteX27" fmla="*/ 18708 w 869883"/>
                <a:gd name="connsiteY27" fmla="*/ 554976 h 963507"/>
                <a:gd name="connsiteX28" fmla="*/ 48652 w 869883"/>
                <a:gd name="connsiteY28" fmla="*/ 526299 h 963507"/>
                <a:gd name="connsiteX29" fmla="*/ 74792 w 869883"/>
                <a:gd name="connsiteY29" fmla="*/ 516166 h 963507"/>
                <a:gd name="connsiteX30" fmla="*/ 74213 w 869883"/>
                <a:gd name="connsiteY30" fmla="*/ 514501 h 963507"/>
                <a:gd name="connsiteX31" fmla="*/ 631187 w 869883"/>
                <a:gd name="connsiteY31" fmla="*/ 342364 h 963507"/>
                <a:gd name="connsiteX32" fmla="*/ 297632 w 869883"/>
                <a:gd name="connsiteY32" fmla="*/ 217056 h 963507"/>
                <a:gd name="connsiteX33" fmla="*/ 272796 w 869883"/>
                <a:gd name="connsiteY33" fmla="*/ 228529 h 963507"/>
                <a:gd name="connsiteX34" fmla="*/ 242325 w 869883"/>
                <a:gd name="connsiteY34" fmla="*/ 229885 h 963507"/>
                <a:gd name="connsiteX35" fmla="*/ 218472 w 869883"/>
                <a:gd name="connsiteY35" fmla="*/ 221008 h 963507"/>
                <a:gd name="connsiteX36" fmla="*/ 164724 w 869883"/>
                <a:gd name="connsiteY36" fmla="*/ 258948 h 963507"/>
                <a:gd name="connsiteX37" fmla="*/ 56132 w 869883"/>
                <a:gd name="connsiteY37" fmla="*/ 241600 h 963507"/>
                <a:gd name="connsiteX38" fmla="*/ 6014 w 869883"/>
                <a:gd name="connsiteY38" fmla="*/ 156783 h 963507"/>
                <a:gd name="connsiteX39" fmla="*/ 9869 w 869883"/>
                <a:gd name="connsiteY39" fmla="*/ 132366 h 963507"/>
                <a:gd name="connsiteX40" fmla="*/ 25290 w 869883"/>
                <a:gd name="connsiteY40" fmla="*/ 134936 h 963507"/>
                <a:gd name="connsiteX41" fmla="*/ 77338 w 869883"/>
                <a:gd name="connsiteY41" fmla="*/ 212042 h 963507"/>
                <a:gd name="connsiteX42" fmla="*/ 156371 w 869883"/>
                <a:gd name="connsiteY42" fmla="*/ 224893 h 963507"/>
                <a:gd name="connsiteX43" fmla="*/ 191922 w 869883"/>
                <a:gd name="connsiteY43" fmla="*/ 196932 h 963507"/>
                <a:gd name="connsiteX44" fmla="*/ 178712 w 869883"/>
                <a:gd name="connsiteY44" fmla="*/ 141855 h 963507"/>
                <a:gd name="connsiteX45" fmla="*/ 209717 w 869883"/>
                <a:gd name="connsiteY45" fmla="*/ 91977 h 963507"/>
                <a:gd name="connsiteX46" fmla="*/ 214528 w 869883"/>
                <a:gd name="connsiteY46" fmla="*/ 89741 h 963507"/>
                <a:gd name="connsiteX47" fmla="*/ 186572 w 869883"/>
                <a:gd name="connsiteY47" fmla="*/ 46905 h 963507"/>
                <a:gd name="connsiteX48" fmla="*/ 107539 w 869883"/>
                <a:gd name="connsiteY48" fmla="*/ 34698 h 963507"/>
                <a:gd name="connsiteX49" fmla="*/ 34288 w 869883"/>
                <a:gd name="connsiteY49" fmla="*/ 91884 h 963507"/>
                <a:gd name="connsiteX50" fmla="*/ 18224 w 869883"/>
                <a:gd name="connsiteY50" fmla="*/ 89314 h 963507"/>
                <a:gd name="connsiteX51" fmla="*/ 22079 w 869883"/>
                <a:gd name="connsiteY51" fmla="*/ 64898 h 963507"/>
                <a:gd name="connsiteX52" fmla="*/ 96615 w 869883"/>
                <a:gd name="connsiteY52" fmla="*/ 0 h 963507"/>
                <a:gd name="connsiteX53" fmla="*/ 205206 w 869883"/>
                <a:gd name="connsiteY53" fmla="*/ 17348 h 963507"/>
                <a:gd name="connsiteX54" fmla="*/ 250632 w 869883"/>
                <a:gd name="connsiteY54" fmla="*/ 78961 h 963507"/>
                <a:gd name="connsiteX55" fmla="*/ 266742 w 869883"/>
                <a:gd name="connsiteY55" fmla="*/ 78243 h 963507"/>
                <a:gd name="connsiteX56" fmla="*/ 316620 w 869883"/>
                <a:gd name="connsiteY56" fmla="*/ 109005 h 963507"/>
                <a:gd name="connsiteX57" fmla="*/ 319435 w 869883"/>
                <a:gd name="connsiteY57" fmla="*/ 115098 h 963507"/>
                <a:gd name="connsiteX58" fmla="*/ 803977 w 869883"/>
                <a:gd name="connsiteY58" fmla="*/ 300705 h 963507"/>
                <a:gd name="connsiteX59" fmla="*/ 824626 w 869883"/>
                <a:gd name="connsiteY59" fmla="*/ 306486 h 963507"/>
                <a:gd name="connsiteX60" fmla="*/ 865490 w 869883"/>
                <a:gd name="connsiteY60" fmla="*/ 353933 h 963507"/>
                <a:gd name="connsiteX61" fmla="*/ 813466 w 869883"/>
                <a:gd name="connsiteY61" fmla="*/ 457981 h 963507"/>
                <a:gd name="connsiteX62" fmla="*/ 293089 w 869883"/>
                <a:gd name="connsiteY62" fmla="*/ 618657 h 963507"/>
                <a:gd name="connsiteX63" fmla="*/ 603336 w 869883"/>
                <a:gd name="connsiteY63" fmla="*/ 834477 h 963507"/>
                <a:gd name="connsiteX64" fmla="*/ 625895 w 869883"/>
                <a:gd name="connsiteY64" fmla="*/ 858033 h 963507"/>
                <a:gd name="connsiteX65" fmla="*/ 705014 w 869883"/>
                <a:gd name="connsiteY65" fmla="*/ 858033 h 963507"/>
                <a:gd name="connsiteX66" fmla="*/ 755703 w 869883"/>
                <a:gd name="connsiteY66" fmla="*/ 908722 h 963507"/>
                <a:gd name="connsiteX67" fmla="*/ 755703 w 869883"/>
                <a:gd name="connsiteY67" fmla="*/ 959411 h 963507"/>
                <a:gd name="connsiteX68" fmla="*/ 638257 w 869883"/>
                <a:gd name="connsiteY68" fmla="*/ 959411 h 96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869883" h="963507">
                  <a:moveTo>
                    <a:pt x="249393" y="183621"/>
                  </a:moveTo>
                  <a:cubicBezTo>
                    <a:pt x="265458" y="186191"/>
                    <a:pt x="280878" y="175268"/>
                    <a:pt x="283449" y="159204"/>
                  </a:cubicBezTo>
                  <a:cubicBezTo>
                    <a:pt x="286019" y="143140"/>
                    <a:pt x="275095" y="127719"/>
                    <a:pt x="259032" y="125148"/>
                  </a:cubicBezTo>
                  <a:cubicBezTo>
                    <a:pt x="242968" y="122578"/>
                    <a:pt x="227547" y="133502"/>
                    <a:pt x="224976" y="149565"/>
                  </a:cubicBezTo>
                  <a:cubicBezTo>
                    <a:pt x="221764" y="165630"/>
                    <a:pt x="233329" y="181050"/>
                    <a:pt x="249393" y="183621"/>
                  </a:cubicBezTo>
                  <a:close/>
                  <a:moveTo>
                    <a:pt x="795252" y="408697"/>
                  </a:moveTo>
                  <a:cubicBezTo>
                    <a:pt x="817199" y="404994"/>
                    <a:pt x="829844" y="377537"/>
                    <a:pt x="809612" y="355860"/>
                  </a:cubicBezTo>
                  <a:cubicBezTo>
                    <a:pt x="775572" y="335307"/>
                    <a:pt x="743459" y="374486"/>
                    <a:pt x="771076" y="403388"/>
                  </a:cubicBezTo>
                  <a:cubicBezTo>
                    <a:pt x="779586" y="408526"/>
                    <a:pt x="787936" y="409931"/>
                    <a:pt x="795252" y="408697"/>
                  </a:cubicBezTo>
                  <a:close/>
                  <a:moveTo>
                    <a:pt x="100086" y="631479"/>
                  </a:moveTo>
                  <a:cubicBezTo>
                    <a:pt x="84101" y="631479"/>
                    <a:pt x="71143" y="618521"/>
                    <a:pt x="71143" y="602536"/>
                  </a:cubicBezTo>
                  <a:cubicBezTo>
                    <a:pt x="71143" y="586551"/>
                    <a:pt x="84101" y="573593"/>
                    <a:pt x="100086" y="573593"/>
                  </a:cubicBezTo>
                  <a:cubicBezTo>
                    <a:pt x="116071" y="573593"/>
                    <a:pt x="129029" y="586551"/>
                    <a:pt x="129029" y="602536"/>
                  </a:cubicBezTo>
                  <a:cubicBezTo>
                    <a:pt x="129029" y="618521"/>
                    <a:pt x="116071" y="631479"/>
                    <a:pt x="100086" y="631479"/>
                  </a:cubicBezTo>
                  <a:close/>
                  <a:moveTo>
                    <a:pt x="100086" y="660422"/>
                  </a:moveTo>
                  <a:cubicBezTo>
                    <a:pt x="132056" y="660422"/>
                    <a:pt x="157972" y="634506"/>
                    <a:pt x="157972" y="602536"/>
                  </a:cubicBezTo>
                  <a:cubicBezTo>
                    <a:pt x="157972" y="570566"/>
                    <a:pt x="132056" y="544650"/>
                    <a:pt x="100086" y="544650"/>
                  </a:cubicBezTo>
                  <a:cubicBezTo>
                    <a:pt x="68116" y="544650"/>
                    <a:pt x="42200" y="570566"/>
                    <a:pt x="42200" y="602536"/>
                  </a:cubicBezTo>
                  <a:cubicBezTo>
                    <a:pt x="42200" y="634506"/>
                    <a:pt x="68116" y="660422"/>
                    <a:pt x="100086" y="660422"/>
                  </a:cubicBezTo>
                  <a:close/>
                  <a:moveTo>
                    <a:pt x="636483" y="963507"/>
                  </a:moveTo>
                  <a:lnTo>
                    <a:pt x="423144" y="963507"/>
                  </a:lnTo>
                  <a:lnTo>
                    <a:pt x="417256" y="959411"/>
                  </a:lnTo>
                  <a:lnTo>
                    <a:pt x="118065" y="959411"/>
                  </a:lnTo>
                  <a:lnTo>
                    <a:pt x="118065" y="908722"/>
                  </a:lnTo>
                  <a:cubicBezTo>
                    <a:pt x="118065" y="880727"/>
                    <a:pt x="140759" y="858033"/>
                    <a:pt x="168754" y="858033"/>
                  </a:cubicBezTo>
                  <a:lnTo>
                    <a:pt x="271522" y="858033"/>
                  </a:lnTo>
                  <a:lnTo>
                    <a:pt x="44795" y="700313"/>
                  </a:lnTo>
                  <a:cubicBezTo>
                    <a:pt x="-2543" y="667383"/>
                    <a:pt x="-14222" y="602314"/>
                    <a:pt x="18708" y="554976"/>
                  </a:cubicBezTo>
                  <a:cubicBezTo>
                    <a:pt x="26940" y="543142"/>
                    <a:pt x="37181" y="533536"/>
                    <a:pt x="48652" y="526299"/>
                  </a:cubicBezTo>
                  <a:lnTo>
                    <a:pt x="74792" y="516166"/>
                  </a:lnTo>
                  <a:lnTo>
                    <a:pt x="74213" y="514501"/>
                  </a:lnTo>
                  <a:lnTo>
                    <a:pt x="631187" y="342364"/>
                  </a:lnTo>
                  <a:lnTo>
                    <a:pt x="297632" y="217056"/>
                  </a:lnTo>
                  <a:lnTo>
                    <a:pt x="272796" y="228529"/>
                  </a:lnTo>
                  <a:cubicBezTo>
                    <a:pt x="263087" y="230929"/>
                    <a:pt x="252766" y="231491"/>
                    <a:pt x="242325" y="229885"/>
                  </a:cubicBezTo>
                  <a:lnTo>
                    <a:pt x="218472" y="221008"/>
                  </a:lnTo>
                  <a:lnTo>
                    <a:pt x="164724" y="258948"/>
                  </a:lnTo>
                  <a:lnTo>
                    <a:pt x="56132" y="241600"/>
                  </a:lnTo>
                  <a:lnTo>
                    <a:pt x="6014" y="156783"/>
                  </a:lnTo>
                  <a:lnTo>
                    <a:pt x="9869" y="132366"/>
                  </a:lnTo>
                  <a:lnTo>
                    <a:pt x="25290" y="134936"/>
                  </a:lnTo>
                  <a:lnTo>
                    <a:pt x="77338" y="212042"/>
                  </a:lnTo>
                  <a:lnTo>
                    <a:pt x="156371" y="224893"/>
                  </a:lnTo>
                  <a:lnTo>
                    <a:pt x="191922" y="196932"/>
                  </a:lnTo>
                  <a:lnTo>
                    <a:pt x="178712" y="141855"/>
                  </a:lnTo>
                  <a:cubicBezTo>
                    <a:pt x="182247" y="120972"/>
                    <a:pt x="193813" y="103463"/>
                    <a:pt x="209717" y="91977"/>
                  </a:cubicBezTo>
                  <a:lnTo>
                    <a:pt x="214528" y="89741"/>
                  </a:lnTo>
                  <a:lnTo>
                    <a:pt x="186572" y="46905"/>
                  </a:lnTo>
                  <a:lnTo>
                    <a:pt x="107539" y="34698"/>
                  </a:lnTo>
                  <a:lnTo>
                    <a:pt x="34288" y="91884"/>
                  </a:lnTo>
                  <a:lnTo>
                    <a:pt x="18224" y="89314"/>
                  </a:lnTo>
                  <a:lnTo>
                    <a:pt x="22079" y="64898"/>
                  </a:lnTo>
                  <a:lnTo>
                    <a:pt x="96615" y="0"/>
                  </a:lnTo>
                  <a:lnTo>
                    <a:pt x="205206" y="17348"/>
                  </a:lnTo>
                  <a:lnTo>
                    <a:pt x="250632" y="78961"/>
                  </a:lnTo>
                  <a:lnTo>
                    <a:pt x="266742" y="78243"/>
                  </a:lnTo>
                  <a:cubicBezTo>
                    <a:pt x="287625" y="81456"/>
                    <a:pt x="305135" y="93022"/>
                    <a:pt x="316620" y="109005"/>
                  </a:cubicBezTo>
                  <a:lnTo>
                    <a:pt x="319435" y="115098"/>
                  </a:lnTo>
                  <a:lnTo>
                    <a:pt x="803977" y="300705"/>
                  </a:lnTo>
                  <a:lnTo>
                    <a:pt x="824626" y="306486"/>
                  </a:lnTo>
                  <a:cubicBezTo>
                    <a:pt x="843332" y="315879"/>
                    <a:pt x="858425" y="332417"/>
                    <a:pt x="865490" y="353933"/>
                  </a:cubicBezTo>
                  <a:cubicBezTo>
                    <a:pt x="880262" y="397608"/>
                    <a:pt x="856498" y="443851"/>
                    <a:pt x="813466" y="457981"/>
                  </a:cubicBezTo>
                  <a:lnTo>
                    <a:pt x="293089" y="618657"/>
                  </a:lnTo>
                  <a:lnTo>
                    <a:pt x="603336" y="834477"/>
                  </a:lnTo>
                  <a:lnTo>
                    <a:pt x="625895" y="858033"/>
                  </a:lnTo>
                  <a:lnTo>
                    <a:pt x="705014" y="858033"/>
                  </a:lnTo>
                  <a:cubicBezTo>
                    <a:pt x="733009" y="858033"/>
                    <a:pt x="755703" y="880727"/>
                    <a:pt x="755703" y="908722"/>
                  </a:cubicBezTo>
                  <a:lnTo>
                    <a:pt x="755703" y="959411"/>
                  </a:lnTo>
                  <a:lnTo>
                    <a:pt x="638257" y="9594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rapezoid 24">
              <a:extLst>
                <a:ext uri="{FF2B5EF4-FFF2-40B4-BE49-F238E27FC236}">
                  <a16:creationId xmlns="" xmlns:a16="http://schemas.microsoft.com/office/drawing/2014/main" id="{31D460DF-0640-47FB-8F04-195A1FD52078}"/>
                </a:ext>
              </a:extLst>
            </p:cNvPr>
            <p:cNvSpPr>
              <a:spLocks noChangeAspect="1"/>
            </p:cNvSpPr>
            <p:nvPr/>
          </p:nvSpPr>
          <p:spPr>
            <a:xfrm rot="8369018">
              <a:off x="6543417" y="2652941"/>
              <a:ext cx="1146180" cy="1157101"/>
            </a:xfrm>
            <a:custGeom>
              <a:avLst/>
              <a:gdLst/>
              <a:ahLst/>
              <a:cxnLst/>
              <a:rect l="l" t="t" r="r" b="b"/>
              <a:pathLst>
                <a:path w="4411086" h="4453092">
                  <a:moveTo>
                    <a:pt x="3095887" y="1153910"/>
                  </a:moveTo>
                  <a:cubicBezTo>
                    <a:pt x="3119009" y="1174647"/>
                    <a:pt x="3146597" y="1191685"/>
                    <a:pt x="3177861" y="1203446"/>
                  </a:cubicBezTo>
                  <a:cubicBezTo>
                    <a:pt x="3302917" y="1250492"/>
                    <a:pt x="3439398" y="1195315"/>
                    <a:pt x="3482703" y="1080205"/>
                  </a:cubicBezTo>
                  <a:cubicBezTo>
                    <a:pt x="3526008" y="965093"/>
                    <a:pt x="3459737" y="833641"/>
                    <a:pt x="3334683" y="786595"/>
                  </a:cubicBezTo>
                  <a:cubicBezTo>
                    <a:pt x="3209628" y="739549"/>
                    <a:pt x="3073147" y="794724"/>
                    <a:pt x="3029841" y="909836"/>
                  </a:cubicBezTo>
                  <a:cubicBezTo>
                    <a:pt x="2997363" y="996169"/>
                    <a:pt x="3026521" y="1091695"/>
                    <a:pt x="3095887" y="1153910"/>
                  </a:cubicBezTo>
                  <a:close/>
                  <a:moveTo>
                    <a:pt x="3521423" y="1860548"/>
                  </a:moveTo>
                  <a:cubicBezTo>
                    <a:pt x="3544546" y="1881285"/>
                    <a:pt x="3572135" y="1898322"/>
                    <a:pt x="3603399" y="1910084"/>
                  </a:cubicBezTo>
                  <a:cubicBezTo>
                    <a:pt x="3728453" y="1957130"/>
                    <a:pt x="3864935" y="1901953"/>
                    <a:pt x="3908240" y="1786842"/>
                  </a:cubicBezTo>
                  <a:cubicBezTo>
                    <a:pt x="3951546" y="1671732"/>
                    <a:pt x="3885275" y="1540278"/>
                    <a:pt x="3760220" y="1493232"/>
                  </a:cubicBezTo>
                  <a:cubicBezTo>
                    <a:pt x="3635166" y="1446186"/>
                    <a:pt x="3498684" y="1501363"/>
                    <a:pt x="3455379" y="1616474"/>
                  </a:cubicBezTo>
                  <a:cubicBezTo>
                    <a:pt x="3422900" y="1702807"/>
                    <a:pt x="3452057" y="1798333"/>
                    <a:pt x="3521423" y="1860548"/>
                  </a:cubicBezTo>
                  <a:close/>
                  <a:moveTo>
                    <a:pt x="3507502" y="2659088"/>
                  </a:moveTo>
                  <a:cubicBezTo>
                    <a:pt x="3530625" y="2679826"/>
                    <a:pt x="3558214" y="2696863"/>
                    <a:pt x="3589478" y="2708624"/>
                  </a:cubicBezTo>
                  <a:cubicBezTo>
                    <a:pt x="3714532" y="2755670"/>
                    <a:pt x="3851014" y="2700494"/>
                    <a:pt x="3894319" y="2585383"/>
                  </a:cubicBezTo>
                  <a:cubicBezTo>
                    <a:pt x="3937624" y="2470273"/>
                    <a:pt x="3871353" y="2338820"/>
                    <a:pt x="3746299" y="2291774"/>
                  </a:cubicBezTo>
                  <a:cubicBezTo>
                    <a:pt x="3621245" y="2244728"/>
                    <a:pt x="3484763" y="2299905"/>
                    <a:pt x="3441458" y="2415014"/>
                  </a:cubicBezTo>
                  <a:cubicBezTo>
                    <a:pt x="3408979" y="2501348"/>
                    <a:pt x="3438136" y="2596873"/>
                    <a:pt x="3507502" y="2659088"/>
                  </a:cubicBezTo>
                  <a:close/>
                  <a:moveTo>
                    <a:pt x="2750047" y="3029987"/>
                  </a:moveTo>
                  <a:cubicBezTo>
                    <a:pt x="2773168" y="3050726"/>
                    <a:pt x="2800759" y="3067763"/>
                    <a:pt x="2832021" y="3079524"/>
                  </a:cubicBezTo>
                  <a:cubicBezTo>
                    <a:pt x="2957076" y="3126570"/>
                    <a:pt x="3093558" y="3071393"/>
                    <a:pt x="3136863" y="2956283"/>
                  </a:cubicBezTo>
                  <a:cubicBezTo>
                    <a:pt x="3180168" y="2841172"/>
                    <a:pt x="3113897" y="2709719"/>
                    <a:pt x="2988843" y="2662673"/>
                  </a:cubicBezTo>
                  <a:cubicBezTo>
                    <a:pt x="2863789" y="2615627"/>
                    <a:pt x="2727307" y="2670804"/>
                    <a:pt x="2684001" y="2785914"/>
                  </a:cubicBezTo>
                  <a:cubicBezTo>
                    <a:pt x="2651523" y="2872247"/>
                    <a:pt x="2680681" y="2967773"/>
                    <a:pt x="2750047" y="3029987"/>
                  </a:cubicBezTo>
                  <a:close/>
                  <a:moveTo>
                    <a:pt x="1666926" y="2573567"/>
                  </a:moveTo>
                  <a:lnTo>
                    <a:pt x="1775047" y="423729"/>
                  </a:lnTo>
                  <a:lnTo>
                    <a:pt x="1991290" y="423729"/>
                  </a:lnTo>
                  <a:lnTo>
                    <a:pt x="2099411" y="2573567"/>
                  </a:lnTo>
                  <a:close/>
                  <a:moveTo>
                    <a:pt x="1154974" y="2568578"/>
                  </a:moveTo>
                  <a:cubicBezTo>
                    <a:pt x="1178096" y="2589317"/>
                    <a:pt x="1205685" y="2606354"/>
                    <a:pt x="1236949" y="2618115"/>
                  </a:cubicBezTo>
                  <a:cubicBezTo>
                    <a:pt x="1362003" y="2665161"/>
                    <a:pt x="1498485" y="2609985"/>
                    <a:pt x="1541790" y="2494874"/>
                  </a:cubicBezTo>
                  <a:cubicBezTo>
                    <a:pt x="1585096" y="2379763"/>
                    <a:pt x="1518825" y="2248310"/>
                    <a:pt x="1393770" y="2201264"/>
                  </a:cubicBezTo>
                  <a:cubicBezTo>
                    <a:pt x="1268716" y="2154218"/>
                    <a:pt x="1132234" y="2209394"/>
                    <a:pt x="1088929" y="2324505"/>
                  </a:cubicBezTo>
                  <a:cubicBezTo>
                    <a:pt x="1056450" y="2410839"/>
                    <a:pt x="1085608" y="2506364"/>
                    <a:pt x="1154974" y="2568578"/>
                  </a:cubicBezTo>
                  <a:close/>
                  <a:moveTo>
                    <a:pt x="1811301" y="3132571"/>
                  </a:moveTo>
                  <a:lnTo>
                    <a:pt x="1704026" y="2663196"/>
                  </a:lnTo>
                  <a:lnTo>
                    <a:pt x="2117930" y="2682436"/>
                  </a:lnTo>
                  <a:lnTo>
                    <a:pt x="1967575" y="3139835"/>
                  </a:lnTo>
                  <a:close/>
                  <a:moveTo>
                    <a:pt x="474734" y="2026084"/>
                  </a:moveTo>
                  <a:cubicBezTo>
                    <a:pt x="497856" y="2046823"/>
                    <a:pt x="525445" y="2063859"/>
                    <a:pt x="556709" y="2075621"/>
                  </a:cubicBezTo>
                  <a:cubicBezTo>
                    <a:pt x="681763" y="2122667"/>
                    <a:pt x="818245" y="2067490"/>
                    <a:pt x="861550" y="1952380"/>
                  </a:cubicBezTo>
                  <a:cubicBezTo>
                    <a:pt x="904855" y="1837269"/>
                    <a:pt x="838584" y="1705816"/>
                    <a:pt x="713530" y="1658770"/>
                  </a:cubicBezTo>
                  <a:cubicBezTo>
                    <a:pt x="588476" y="1611724"/>
                    <a:pt x="451994" y="1666900"/>
                    <a:pt x="408689" y="1782011"/>
                  </a:cubicBezTo>
                  <a:cubicBezTo>
                    <a:pt x="376210" y="1868344"/>
                    <a:pt x="405367" y="1963870"/>
                    <a:pt x="474734" y="2026084"/>
                  </a:cubicBezTo>
                  <a:close/>
                  <a:moveTo>
                    <a:pt x="470005" y="2517620"/>
                  </a:moveTo>
                  <a:cubicBezTo>
                    <a:pt x="142796" y="2243059"/>
                    <a:pt x="-69074" y="1913805"/>
                    <a:pt x="20698" y="1573981"/>
                  </a:cubicBezTo>
                  <a:cubicBezTo>
                    <a:pt x="290062" y="677171"/>
                    <a:pt x="1131284" y="1373424"/>
                    <a:pt x="1417683" y="1157395"/>
                  </a:cubicBezTo>
                  <a:cubicBezTo>
                    <a:pt x="1704082" y="941367"/>
                    <a:pt x="795764" y="512391"/>
                    <a:pt x="1486994" y="164947"/>
                  </a:cubicBezTo>
                  <a:cubicBezTo>
                    <a:pt x="1963635" y="-91969"/>
                    <a:pt x="2301495" y="-33140"/>
                    <a:pt x="2924035" y="233397"/>
                  </a:cubicBezTo>
                  <a:cubicBezTo>
                    <a:pt x="3546575" y="499935"/>
                    <a:pt x="4682373" y="1460700"/>
                    <a:pt x="4352060" y="2410274"/>
                  </a:cubicBezTo>
                  <a:cubicBezTo>
                    <a:pt x="4055563" y="3262631"/>
                    <a:pt x="2903863" y="3342769"/>
                    <a:pt x="2149143" y="3248705"/>
                  </a:cubicBezTo>
                  <a:cubicBezTo>
                    <a:pt x="2120485" y="3221681"/>
                    <a:pt x="2088781" y="3200633"/>
                    <a:pt x="2056697" y="3184977"/>
                  </a:cubicBezTo>
                  <a:lnTo>
                    <a:pt x="2029525" y="3174239"/>
                  </a:lnTo>
                  <a:lnTo>
                    <a:pt x="2074465" y="2961096"/>
                  </a:lnTo>
                  <a:cubicBezTo>
                    <a:pt x="2174448" y="2968058"/>
                    <a:pt x="2268303" y="2914369"/>
                    <a:pt x="2302852" y="2822534"/>
                  </a:cubicBezTo>
                  <a:cubicBezTo>
                    <a:pt x="2344980" y="2710550"/>
                    <a:pt x="2283405" y="2583099"/>
                    <a:pt x="2164586" y="2533664"/>
                  </a:cubicBezTo>
                  <a:lnTo>
                    <a:pt x="2177079" y="2474412"/>
                  </a:lnTo>
                  <a:lnTo>
                    <a:pt x="2181423" y="2474420"/>
                  </a:lnTo>
                  <a:lnTo>
                    <a:pt x="2180348" y="2458905"/>
                  </a:lnTo>
                  <a:lnTo>
                    <a:pt x="2183345" y="2444691"/>
                  </a:lnTo>
                  <a:lnTo>
                    <a:pt x="2179364" y="2444684"/>
                  </a:lnTo>
                  <a:lnTo>
                    <a:pt x="2069296" y="855315"/>
                  </a:lnTo>
                  <a:cubicBezTo>
                    <a:pt x="2264713" y="815272"/>
                    <a:pt x="2400776" y="670372"/>
                    <a:pt x="2376696" y="524656"/>
                  </a:cubicBezTo>
                  <a:cubicBezTo>
                    <a:pt x="2351678" y="373263"/>
                    <a:pt x="2163271" y="278317"/>
                    <a:pt x="1955875" y="312591"/>
                  </a:cubicBezTo>
                  <a:cubicBezTo>
                    <a:pt x="1748480" y="346862"/>
                    <a:pt x="1600634" y="497374"/>
                    <a:pt x="1625652" y="648768"/>
                  </a:cubicBezTo>
                  <a:cubicBezTo>
                    <a:pt x="1635034" y="705540"/>
                    <a:pt x="1667392" y="754373"/>
                    <a:pt x="1715112" y="791433"/>
                  </a:cubicBezTo>
                  <a:lnTo>
                    <a:pt x="1728511" y="799403"/>
                  </a:lnTo>
                  <a:lnTo>
                    <a:pt x="1608970" y="2443607"/>
                  </a:lnTo>
                  <a:lnTo>
                    <a:pt x="1608731" y="2443607"/>
                  </a:lnTo>
                  <a:lnTo>
                    <a:pt x="1608909" y="2444461"/>
                  </a:lnTo>
                  <a:lnTo>
                    <a:pt x="1606809" y="2473335"/>
                  </a:lnTo>
                  <a:lnTo>
                    <a:pt x="1614885" y="2473351"/>
                  </a:lnTo>
                  <a:lnTo>
                    <a:pt x="1760460" y="3176931"/>
                  </a:lnTo>
                  <a:cubicBezTo>
                    <a:pt x="1363839" y="3071567"/>
                    <a:pt x="842276" y="2829991"/>
                    <a:pt x="470005" y="2517620"/>
                  </a:cubicBezTo>
                  <a:close/>
                  <a:moveTo>
                    <a:pt x="1703651" y="4144665"/>
                  </a:moveTo>
                  <a:cubicBezTo>
                    <a:pt x="1692426" y="4135382"/>
                    <a:pt x="1682479" y="4126471"/>
                    <a:pt x="1673433" y="4117764"/>
                  </a:cubicBezTo>
                  <a:cubicBezTo>
                    <a:pt x="1630012" y="4075967"/>
                    <a:pt x="1607344" y="4038835"/>
                    <a:pt x="1563711" y="3987474"/>
                  </a:cubicBezTo>
                  <a:cubicBezTo>
                    <a:pt x="1428119" y="3754817"/>
                    <a:pt x="1459551" y="3514918"/>
                    <a:pt x="1577437" y="3369529"/>
                  </a:cubicBezTo>
                  <a:cubicBezTo>
                    <a:pt x="1695323" y="3224139"/>
                    <a:pt x="1812160" y="3189516"/>
                    <a:pt x="1943877" y="3254126"/>
                  </a:cubicBezTo>
                  <a:cubicBezTo>
                    <a:pt x="2075594" y="3318736"/>
                    <a:pt x="2201944" y="3486346"/>
                    <a:pt x="2150195" y="3720844"/>
                  </a:cubicBezTo>
                  <a:cubicBezTo>
                    <a:pt x="2053054" y="4010881"/>
                    <a:pt x="2046121" y="3999957"/>
                    <a:pt x="2256634" y="4453092"/>
                  </a:cubicBezTo>
                  <a:cubicBezTo>
                    <a:pt x="1923422" y="4292924"/>
                    <a:pt x="1782225" y="4209649"/>
                    <a:pt x="1703651" y="41446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="" xmlns:a16="http://schemas.microsoft.com/office/drawing/2014/main" id="{D5CF2213-852E-4240-813E-B4BEE73B7B5F}"/>
                </a:ext>
              </a:extLst>
            </p:cNvPr>
            <p:cNvGrpSpPr/>
            <p:nvPr/>
          </p:nvGrpSpPr>
          <p:grpSpPr>
            <a:xfrm>
              <a:off x="7721588" y="2772298"/>
              <a:ext cx="988480" cy="987025"/>
              <a:chOff x="2611714" y="1452659"/>
              <a:chExt cx="3963104" cy="3957283"/>
            </a:xfrm>
            <a:solidFill>
              <a:schemeClr val="bg1"/>
            </a:solidFill>
          </p:grpSpPr>
          <p:sp>
            <p:nvSpPr>
              <p:cNvPr id="17" name="Round Same Side Corner Rectangle 4">
                <a:extLst>
                  <a:ext uri="{FF2B5EF4-FFF2-40B4-BE49-F238E27FC236}">
                    <a16:creationId xmlns="" xmlns:a16="http://schemas.microsoft.com/office/drawing/2014/main" id="{15E8845B-2966-4D6E-BF28-D4FFBE0924ED}"/>
                  </a:ext>
                </a:extLst>
              </p:cNvPr>
              <p:cNvSpPr/>
              <p:nvPr/>
            </p:nvSpPr>
            <p:spPr>
              <a:xfrm rot="5400000">
                <a:off x="3996576" y="67797"/>
                <a:ext cx="1193379" cy="3963104"/>
              </a:xfrm>
              <a:custGeom>
                <a:avLst/>
                <a:gdLst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0 w 792088"/>
                  <a:gd name="connsiteY5" fmla="*/ 4005634 h 4005634"/>
                  <a:gd name="connsiteX6" fmla="*/ 0 w 792088"/>
                  <a:gd name="connsiteY6" fmla="*/ 4005634 h 4005634"/>
                  <a:gd name="connsiteX7" fmla="*/ 0 w 792088"/>
                  <a:gd name="connsiteY7" fmla="*/ 259607 h 4005634"/>
                  <a:gd name="connsiteX8" fmla="*/ 259607 w 792088"/>
                  <a:gd name="connsiteY8" fmla="*/ 0 h 4005634"/>
                  <a:gd name="connsiteX0" fmla="*/ 270239 w 802720"/>
                  <a:gd name="connsiteY0" fmla="*/ 0 h 4005634"/>
                  <a:gd name="connsiteX1" fmla="*/ 543113 w 802720"/>
                  <a:gd name="connsiteY1" fmla="*/ 0 h 4005634"/>
                  <a:gd name="connsiteX2" fmla="*/ 802720 w 802720"/>
                  <a:gd name="connsiteY2" fmla="*/ 259607 h 4005634"/>
                  <a:gd name="connsiteX3" fmla="*/ 802720 w 802720"/>
                  <a:gd name="connsiteY3" fmla="*/ 4005634 h 4005634"/>
                  <a:gd name="connsiteX4" fmla="*/ 802720 w 802720"/>
                  <a:gd name="connsiteY4" fmla="*/ 4005634 h 4005634"/>
                  <a:gd name="connsiteX5" fmla="*/ 10632 w 802720"/>
                  <a:gd name="connsiteY5" fmla="*/ 4005634 h 4005634"/>
                  <a:gd name="connsiteX6" fmla="*/ 0 w 802720"/>
                  <a:gd name="connsiteY6" fmla="*/ 3590965 h 4005634"/>
                  <a:gd name="connsiteX7" fmla="*/ 10632 w 802720"/>
                  <a:gd name="connsiteY7" fmla="*/ 259607 h 4005634"/>
                  <a:gd name="connsiteX8" fmla="*/ 270239 w 802720"/>
                  <a:gd name="connsiteY8" fmla="*/ 0 h 4005634"/>
                  <a:gd name="connsiteX0" fmla="*/ 280872 w 813353"/>
                  <a:gd name="connsiteY0" fmla="*/ 0 h 4005634"/>
                  <a:gd name="connsiteX1" fmla="*/ 553746 w 813353"/>
                  <a:gd name="connsiteY1" fmla="*/ 0 h 4005634"/>
                  <a:gd name="connsiteX2" fmla="*/ 813353 w 813353"/>
                  <a:gd name="connsiteY2" fmla="*/ 259607 h 4005634"/>
                  <a:gd name="connsiteX3" fmla="*/ 813353 w 813353"/>
                  <a:gd name="connsiteY3" fmla="*/ 4005634 h 4005634"/>
                  <a:gd name="connsiteX4" fmla="*/ 813353 w 813353"/>
                  <a:gd name="connsiteY4" fmla="*/ 4005634 h 4005634"/>
                  <a:gd name="connsiteX5" fmla="*/ 21265 w 813353"/>
                  <a:gd name="connsiteY5" fmla="*/ 4005634 h 4005634"/>
                  <a:gd name="connsiteX6" fmla="*/ 0 w 813353"/>
                  <a:gd name="connsiteY6" fmla="*/ 3590965 h 4005634"/>
                  <a:gd name="connsiteX7" fmla="*/ 21265 w 813353"/>
                  <a:gd name="connsiteY7" fmla="*/ 259607 h 4005634"/>
                  <a:gd name="connsiteX8" fmla="*/ 280872 w 813353"/>
                  <a:gd name="connsiteY8" fmla="*/ 0 h 4005634"/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0 w 792088"/>
                  <a:gd name="connsiteY5" fmla="*/ 4005634 h 4005634"/>
                  <a:gd name="connsiteX6" fmla="*/ 0 w 792088"/>
                  <a:gd name="connsiteY6" fmla="*/ 259607 h 4005634"/>
                  <a:gd name="connsiteX7" fmla="*/ 259607 w 792088"/>
                  <a:gd name="connsiteY7" fmla="*/ 0 h 4005634"/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10633 w 792088"/>
                  <a:gd name="connsiteY5" fmla="*/ 3101867 h 4005634"/>
                  <a:gd name="connsiteX6" fmla="*/ 0 w 792088"/>
                  <a:gd name="connsiteY6" fmla="*/ 259607 h 4005634"/>
                  <a:gd name="connsiteX7" fmla="*/ 259607 w 792088"/>
                  <a:gd name="connsiteY7" fmla="*/ 0 h 4005634"/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10633 w 792088"/>
                  <a:gd name="connsiteY5" fmla="*/ 3101867 h 4005634"/>
                  <a:gd name="connsiteX6" fmla="*/ 0 w 792088"/>
                  <a:gd name="connsiteY6" fmla="*/ 259607 h 4005634"/>
                  <a:gd name="connsiteX7" fmla="*/ 259607 w 792088"/>
                  <a:gd name="connsiteY7" fmla="*/ 0 h 4005634"/>
                  <a:gd name="connsiteX0" fmla="*/ 259607 w 1004739"/>
                  <a:gd name="connsiteY0" fmla="*/ 0 h 4005634"/>
                  <a:gd name="connsiteX1" fmla="*/ 532481 w 1004739"/>
                  <a:gd name="connsiteY1" fmla="*/ 0 h 4005634"/>
                  <a:gd name="connsiteX2" fmla="*/ 792088 w 1004739"/>
                  <a:gd name="connsiteY2" fmla="*/ 259607 h 4005634"/>
                  <a:gd name="connsiteX3" fmla="*/ 792088 w 1004739"/>
                  <a:gd name="connsiteY3" fmla="*/ 4005634 h 4005634"/>
                  <a:gd name="connsiteX4" fmla="*/ 1004739 w 1004739"/>
                  <a:gd name="connsiteY4" fmla="*/ 3941839 h 4005634"/>
                  <a:gd name="connsiteX5" fmla="*/ 10633 w 1004739"/>
                  <a:gd name="connsiteY5" fmla="*/ 3101867 h 4005634"/>
                  <a:gd name="connsiteX6" fmla="*/ 0 w 1004739"/>
                  <a:gd name="connsiteY6" fmla="*/ 259607 h 4005634"/>
                  <a:gd name="connsiteX7" fmla="*/ 259607 w 1004739"/>
                  <a:gd name="connsiteY7" fmla="*/ 0 h 4005634"/>
                  <a:gd name="connsiteX0" fmla="*/ 259607 w 1004739"/>
                  <a:gd name="connsiteY0" fmla="*/ 0 h 4005634"/>
                  <a:gd name="connsiteX1" fmla="*/ 532481 w 1004739"/>
                  <a:gd name="connsiteY1" fmla="*/ 0 h 4005634"/>
                  <a:gd name="connsiteX2" fmla="*/ 792088 w 1004739"/>
                  <a:gd name="connsiteY2" fmla="*/ 259607 h 4005634"/>
                  <a:gd name="connsiteX3" fmla="*/ 792090 w 1004739"/>
                  <a:gd name="connsiteY3" fmla="*/ 4005634 h 4005634"/>
                  <a:gd name="connsiteX4" fmla="*/ 1004739 w 1004739"/>
                  <a:gd name="connsiteY4" fmla="*/ 3941839 h 4005634"/>
                  <a:gd name="connsiteX5" fmla="*/ 10633 w 1004739"/>
                  <a:gd name="connsiteY5" fmla="*/ 3101867 h 4005634"/>
                  <a:gd name="connsiteX6" fmla="*/ 0 w 1004739"/>
                  <a:gd name="connsiteY6" fmla="*/ 259607 h 4005634"/>
                  <a:gd name="connsiteX7" fmla="*/ 259607 w 1004739"/>
                  <a:gd name="connsiteY7" fmla="*/ 0 h 4005634"/>
                  <a:gd name="connsiteX0" fmla="*/ 259607 w 1004739"/>
                  <a:gd name="connsiteY0" fmla="*/ 0 h 4016266"/>
                  <a:gd name="connsiteX1" fmla="*/ 532481 w 1004739"/>
                  <a:gd name="connsiteY1" fmla="*/ 0 h 4016266"/>
                  <a:gd name="connsiteX2" fmla="*/ 792088 w 1004739"/>
                  <a:gd name="connsiteY2" fmla="*/ 259607 h 4016266"/>
                  <a:gd name="connsiteX3" fmla="*/ 802725 w 1004739"/>
                  <a:gd name="connsiteY3" fmla="*/ 4016266 h 4016266"/>
                  <a:gd name="connsiteX4" fmla="*/ 1004739 w 1004739"/>
                  <a:gd name="connsiteY4" fmla="*/ 3941839 h 4016266"/>
                  <a:gd name="connsiteX5" fmla="*/ 10633 w 1004739"/>
                  <a:gd name="connsiteY5" fmla="*/ 3101867 h 4016266"/>
                  <a:gd name="connsiteX6" fmla="*/ 0 w 1004739"/>
                  <a:gd name="connsiteY6" fmla="*/ 259607 h 4016266"/>
                  <a:gd name="connsiteX7" fmla="*/ 259607 w 1004739"/>
                  <a:gd name="connsiteY7" fmla="*/ 0 h 4016266"/>
                  <a:gd name="connsiteX0" fmla="*/ 259607 w 1040242"/>
                  <a:gd name="connsiteY0" fmla="*/ 0 h 3941839"/>
                  <a:gd name="connsiteX1" fmla="*/ 532481 w 1040242"/>
                  <a:gd name="connsiteY1" fmla="*/ 0 h 3941839"/>
                  <a:gd name="connsiteX2" fmla="*/ 792088 w 1040242"/>
                  <a:gd name="connsiteY2" fmla="*/ 259607 h 3941839"/>
                  <a:gd name="connsiteX3" fmla="*/ 1004739 w 1040242"/>
                  <a:gd name="connsiteY3" fmla="*/ 3941839 h 3941839"/>
                  <a:gd name="connsiteX4" fmla="*/ 10633 w 1040242"/>
                  <a:gd name="connsiteY4" fmla="*/ 3101867 h 3941839"/>
                  <a:gd name="connsiteX5" fmla="*/ 0 w 1040242"/>
                  <a:gd name="connsiteY5" fmla="*/ 259607 h 3941839"/>
                  <a:gd name="connsiteX6" fmla="*/ 259607 w 1040242"/>
                  <a:gd name="connsiteY6" fmla="*/ 0 h 3941839"/>
                  <a:gd name="connsiteX0" fmla="*/ 259607 w 1384020"/>
                  <a:gd name="connsiteY0" fmla="*/ 0 h 3984369"/>
                  <a:gd name="connsiteX1" fmla="*/ 532481 w 1384020"/>
                  <a:gd name="connsiteY1" fmla="*/ 0 h 3984369"/>
                  <a:gd name="connsiteX2" fmla="*/ 792088 w 1384020"/>
                  <a:gd name="connsiteY2" fmla="*/ 259607 h 3984369"/>
                  <a:gd name="connsiteX3" fmla="*/ 1366248 w 1384020"/>
                  <a:gd name="connsiteY3" fmla="*/ 3984369 h 3984369"/>
                  <a:gd name="connsiteX4" fmla="*/ 10633 w 1384020"/>
                  <a:gd name="connsiteY4" fmla="*/ 3101867 h 3984369"/>
                  <a:gd name="connsiteX5" fmla="*/ 0 w 1384020"/>
                  <a:gd name="connsiteY5" fmla="*/ 259607 h 3984369"/>
                  <a:gd name="connsiteX6" fmla="*/ 259607 w 1384020"/>
                  <a:gd name="connsiteY6" fmla="*/ 0 h 3984369"/>
                  <a:gd name="connsiteX0" fmla="*/ 259607 w 1128565"/>
                  <a:gd name="connsiteY0" fmla="*/ 0 h 4016267"/>
                  <a:gd name="connsiteX1" fmla="*/ 532481 w 1128565"/>
                  <a:gd name="connsiteY1" fmla="*/ 0 h 4016267"/>
                  <a:gd name="connsiteX2" fmla="*/ 792088 w 1128565"/>
                  <a:gd name="connsiteY2" fmla="*/ 259607 h 4016267"/>
                  <a:gd name="connsiteX3" fmla="*/ 1100436 w 1128565"/>
                  <a:gd name="connsiteY3" fmla="*/ 4016267 h 4016267"/>
                  <a:gd name="connsiteX4" fmla="*/ 10633 w 1128565"/>
                  <a:gd name="connsiteY4" fmla="*/ 3101867 h 4016267"/>
                  <a:gd name="connsiteX5" fmla="*/ 0 w 1128565"/>
                  <a:gd name="connsiteY5" fmla="*/ 259607 h 4016267"/>
                  <a:gd name="connsiteX6" fmla="*/ 259607 w 1128565"/>
                  <a:gd name="connsiteY6" fmla="*/ 0 h 4016267"/>
                  <a:gd name="connsiteX0" fmla="*/ 259607 w 1128565"/>
                  <a:gd name="connsiteY0" fmla="*/ 0 h 4016267"/>
                  <a:gd name="connsiteX1" fmla="*/ 532481 w 1128565"/>
                  <a:gd name="connsiteY1" fmla="*/ 0 h 4016267"/>
                  <a:gd name="connsiteX2" fmla="*/ 792088 w 1128565"/>
                  <a:gd name="connsiteY2" fmla="*/ 259607 h 4016267"/>
                  <a:gd name="connsiteX3" fmla="*/ 1100436 w 1128565"/>
                  <a:gd name="connsiteY3" fmla="*/ 4016267 h 4016267"/>
                  <a:gd name="connsiteX4" fmla="*/ 10633 w 1128565"/>
                  <a:gd name="connsiteY4" fmla="*/ 3101867 h 4016267"/>
                  <a:gd name="connsiteX5" fmla="*/ 0 w 1128565"/>
                  <a:gd name="connsiteY5" fmla="*/ 259607 h 4016267"/>
                  <a:gd name="connsiteX6" fmla="*/ 259607 w 1128565"/>
                  <a:gd name="connsiteY6" fmla="*/ 0 h 4016267"/>
                  <a:gd name="connsiteX0" fmla="*/ 259607 w 1148583"/>
                  <a:gd name="connsiteY0" fmla="*/ 0 h 3963104"/>
                  <a:gd name="connsiteX1" fmla="*/ 532481 w 1148583"/>
                  <a:gd name="connsiteY1" fmla="*/ 0 h 3963104"/>
                  <a:gd name="connsiteX2" fmla="*/ 792088 w 1148583"/>
                  <a:gd name="connsiteY2" fmla="*/ 259607 h 3963104"/>
                  <a:gd name="connsiteX3" fmla="*/ 1121701 w 1148583"/>
                  <a:gd name="connsiteY3" fmla="*/ 3963104 h 3963104"/>
                  <a:gd name="connsiteX4" fmla="*/ 10633 w 1148583"/>
                  <a:gd name="connsiteY4" fmla="*/ 3101867 h 3963104"/>
                  <a:gd name="connsiteX5" fmla="*/ 0 w 1148583"/>
                  <a:gd name="connsiteY5" fmla="*/ 259607 h 3963104"/>
                  <a:gd name="connsiteX6" fmla="*/ 259607 w 1148583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210113"/>
                  <a:gd name="connsiteY0" fmla="*/ 0 h 3963640"/>
                  <a:gd name="connsiteX1" fmla="*/ 564605 w 1210113"/>
                  <a:gd name="connsiteY1" fmla="*/ 0 h 3963640"/>
                  <a:gd name="connsiteX2" fmla="*/ 824212 w 1210113"/>
                  <a:gd name="connsiteY2" fmla="*/ 259607 h 3963640"/>
                  <a:gd name="connsiteX3" fmla="*/ 1153825 w 1210113"/>
                  <a:gd name="connsiteY3" fmla="*/ 3963104 h 3963640"/>
                  <a:gd name="connsiteX4" fmla="*/ 228 w 1210113"/>
                  <a:gd name="connsiteY4" fmla="*/ 2867951 h 3963640"/>
                  <a:gd name="connsiteX5" fmla="*/ 32124 w 1210113"/>
                  <a:gd name="connsiteY5" fmla="*/ 259607 h 3963640"/>
                  <a:gd name="connsiteX6" fmla="*/ 291731 w 1210113"/>
                  <a:gd name="connsiteY6" fmla="*/ 0 h 3963640"/>
                  <a:gd name="connsiteX0" fmla="*/ 291731 w 1202597"/>
                  <a:gd name="connsiteY0" fmla="*/ 0 h 3963104"/>
                  <a:gd name="connsiteX1" fmla="*/ 564605 w 1202597"/>
                  <a:gd name="connsiteY1" fmla="*/ 0 h 3963104"/>
                  <a:gd name="connsiteX2" fmla="*/ 824212 w 1202597"/>
                  <a:gd name="connsiteY2" fmla="*/ 259607 h 3963104"/>
                  <a:gd name="connsiteX3" fmla="*/ 865240 w 1202597"/>
                  <a:gd name="connsiteY3" fmla="*/ 2853423 h 3963104"/>
                  <a:gd name="connsiteX4" fmla="*/ 1153825 w 1202597"/>
                  <a:gd name="connsiteY4" fmla="*/ 3963104 h 3963104"/>
                  <a:gd name="connsiteX5" fmla="*/ 228 w 1202597"/>
                  <a:gd name="connsiteY5" fmla="*/ 2867951 h 3963104"/>
                  <a:gd name="connsiteX6" fmla="*/ 32124 w 1202597"/>
                  <a:gd name="connsiteY6" fmla="*/ 259607 h 3963104"/>
                  <a:gd name="connsiteX7" fmla="*/ 291731 w 1202597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53423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53423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5100"/>
                  <a:gd name="connsiteY0" fmla="*/ 0 h 3963104"/>
                  <a:gd name="connsiteX1" fmla="*/ 564605 w 1195100"/>
                  <a:gd name="connsiteY1" fmla="*/ 0 h 3963104"/>
                  <a:gd name="connsiteX2" fmla="*/ 824212 w 1195100"/>
                  <a:gd name="connsiteY2" fmla="*/ 259607 h 3963104"/>
                  <a:gd name="connsiteX3" fmla="*/ 833342 w 1195100"/>
                  <a:gd name="connsiteY3" fmla="*/ 2864055 h 3963104"/>
                  <a:gd name="connsiteX4" fmla="*/ 1153825 w 1195100"/>
                  <a:gd name="connsiteY4" fmla="*/ 3963104 h 3963104"/>
                  <a:gd name="connsiteX5" fmla="*/ 228 w 1195100"/>
                  <a:gd name="connsiteY5" fmla="*/ 2867951 h 3963104"/>
                  <a:gd name="connsiteX6" fmla="*/ 32124 w 1195100"/>
                  <a:gd name="connsiteY6" fmla="*/ 259607 h 3963104"/>
                  <a:gd name="connsiteX7" fmla="*/ 291731 w 1195100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5777"/>
                  <a:gd name="connsiteY0" fmla="*/ 0 h 3963104"/>
                  <a:gd name="connsiteX1" fmla="*/ 564605 w 1195777"/>
                  <a:gd name="connsiteY1" fmla="*/ 0 h 3963104"/>
                  <a:gd name="connsiteX2" fmla="*/ 824212 w 1195777"/>
                  <a:gd name="connsiteY2" fmla="*/ 259607 h 3963104"/>
                  <a:gd name="connsiteX3" fmla="*/ 843975 w 1195777"/>
                  <a:gd name="connsiteY3" fmla="*/ 2832157 h 3963104"/>
                  <a:gd name="connsiteX4" fmla="*/ 1153825 w 1195777"/>
                  <a:gd name="connsiteY4" fmla="*/ 3963104 h 3963104"/>
                  <a:gd name="connsiteX5" fmla="*/ 228 w 1195777"/>
                  <a:gd name="connsiteY5" fmla="*/ 2867951 h 3963104"/>
                  <a:gd name="connsiteX6" fmla="*/ 32124 w 1195777"/>
                  <a:gd name="connsiteY6" fmla="*/ 259607 h 3963104"/>
                  <a:gd name="connsiteX7" fmla="*/ 291731 w 1195777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3379"/>
                  <a:gd name="connsiteY0" fmla="*/ 0 h 3963104"/>
                  <a:gd name="connsiteX1" fmla="*/ 564605 w 1193379"/>
                  <a:gd name="connsiteY1" fmla="*/ 0 h 3963104"/>
                  <a:gd name="connsiteX2" fmla="*/ 824212 w 1193379"/>
                  <a:gd name="connsiteY2" fmla="*/ 259607 h 3963104"/>
                  <a:gd name="connsiteX3" fmla="*/ 804710 w 1193379"/>
                  <a:gd name="connsiteY3" fmla="*/ 2820937 h 3963104"/>
                  <a:gd name="connsiteX4" fmla="*/ 1153825 w 1193379"/>
                  <a:gd name="connsiteY4" fmla="*/ 3963104 h 3963104"/>
                  <a:gd name="connsiteX5" fmla="*/ 228 w 1193379"/>
                  <a:gd name="connsiteY5" fmla="*/ 2867951 h 3963104"/>
                  <a:gd name="connsiteX6" fmla="*/ 32124 w 1193379"/>
                  <a:gd name="connsiteY6" fmla="*/ 259607 h 3963104"/>
                  <a:gd name="connsiteX7" fmla="*/ 291731 w 1193379"/>
                  <a:gd name="connsiteY7" fmla="*/ 0 h 3963104"/>
                  <a:gd name="connsiteX0" fmla="*/ 291731 w 1193379"/>
                  <a:gd name="connsiteY0" fmla="*/ 0 h 3963104"/>
                  <a:gd name="connsiteX1" fmla="*/ 564605 w 1193379"/>
                  <a:gd name="connsiteY1" fmla="*/ 0 h 3963104"/>
                  <a:gd name="connsiteX2" fmla="*/ 824212 w 1193379"/>
                  <a:gd name="connsiteY2" fmla="*/ 259607 h 3963104"/>
                  <a:gd name="connsiteX3" fmla="*/ 804710 w 1193379"/>
                  <a:gd name="connsiteY3" fmla="*/ 2820937 h 3963104"/>
                  <a:gd name="connsiteX4" fmla="*/ 1153825 w 1193379"/>
                  <a:gd name="connsiteY4" fmla="*/ 3963104 h 3963104"/>
                  <a:gd name="connsiteX5" fmla="*/ 228 w 1193379"/>
                  <a:gd name="connsiteY5" fmla="*/ 2867951 h 3963104"/>
                  <a:gd name="connsiteX6" fmla="*/ 32124 w 1193379"/>
                  <a:gd name="connsiteY6" fmla="*/ 259607 h 3963104"/>
                  <a:gd name="connsiteX7" fmla="*/ 291731 w 1193379"/>
                  <a:gd name="connsiteY7" fmla="*/ 0 h 3963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3379" h="3963104">
                    <a:moveTo>
                      <a:pt x="291731" y="0"/>
                    </a:moveTo>
                    <a:lnTo>
                      <a:pt x="564605" y="0"/>
                    </a:lnTo>
                    <a:cubicBezTo>
                      <a:pt x="707982" y="0"/>
                      <a:pt x="824212" y="116230"/>
                      <a:pt x="824212" y="259607"/>
                    </a:cubicBezTo>
                    <a:cubicBezTo>
                      <a:pt x="812311" y="1450613"/>
                      <a:pt x="789639" y="1742312"/>
                      <a:pt x="804710" y="2820937"/>
                    </a:cubicBezTo>
                    <a:cubicBezTo>
                      <a:pt x="785221" y="3416922"/>
                      <a:pt x="1344067" y="3958911"/>
                      <a:pt x="1153825" y="3963104"/>
                    </a:cubicBezTo>
                    <a:cubicBezTo>
                      <a:pt x="691323" y="3853235"/>
                      <a:pt x="5536" y="3498816"/>
                      <a:pt x="228" y="2867951"/>
                    </a:cubicBezTo>
                    <a:cubicBezTo>
                      <a:pt x="-3316" y="1920531"/>
                      <a:pt x="35668" y="1207027"/>
                      <a:pt x="32124" y="259607"/>
                    </a:cubicBezTo>
                    <a:cubicBezTo>
                      <a:pt x="32124" y="116230"/>
                      <a:pt x="148354" y="0"/>
                      <a:pt x="29173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" name="Round Same Side Corner Rectangle 6">
                <a:extLst>
                  <a:ext uri="{FF2B5EF4-FFF2-40B4-BE49-F238E27FC236}">
                    <a16:creationId xmlns="" xmlns:a16="http://schemas.microsoft.com/office/drawing/2014/main" id="{1B97F382-F14A-4396-9572-814AC9894D76}"/>
                  </a:ext>
                </a:extLst>
              </p:cNvPr>
              <p:cNvSpPr/>
              <p:nvPr/>
            </p:nvSpPr>
            <p:spPr>
              <a:xfrm rot="10800000">
                <a:off x="3313887" y="2197644"/>
                <a:ext cx="970080" cy="3202984"/>
              </a:xfrm>
              <a:custGeom>
                <a:avLst/>
                <a:gdLst>
                  <a:gd name="connsiteX0" fmla="*/ 387196 w 792088"/>
                  <a:gd name="connsiteY0" fmla="*/ 0 h 2736304"/>
                  <a:gd name="connsiteX1" fmla="*/ 404892 w 792088"/>
                  <a:gd name="connsiteY1" fmla="*/ 0 h 2736304"/>
                  <a:gd name="connsiteX2" fmla="*/ 792088 w 792088"/>
                  <a:gd name="connsiteY2" fmla="*/ 387196 h 2736304"/>
                  <a:gd name="connsiteX3" fmla="*/ 792088 w 792088"/>
                  <a:gd name="connsiteY3" fmla="*/ 2736304 h 2736304"/>
                  <a:gd name="connsiteX4" fmla="*/ 792088 w 792088"/>
                  <a:gd name="connsiteY4" fmla="*/ 2736304 h 2736304"/>
                  <a:gd name="connsiteX5" fmla="*/ 0 w 792088"/>
                  <a:gd name="connsiteY5" fmla="*/ 2736304 h 2736304"/>
                  <a:gd name="connsiteX6" fmla="*/ 0 w 792088"/>
                  <a:gd name="connsiteY6" fmla="*/ 2736304 h 2736304"/>
                  <a:gd name="connsiteX7" fmla="*/ 0 w 792088"/>
                  <a:gd name="connsiteY7" fmla="*/ 387196 h 2736304"/>
                  <a:gd name="connsiteX8" fmla="*/ 387196 w 792088"/>
                  <a:gd name="connsiteY8" fmla="*/ 0 h 2736304"/>
                  <a:gd name="connsiteX0" fmla="*/ 397829 w 792088"/>
                  <a:gd name="connsiteY0" fmla="*/ 0 h 3236034"/>
                  <a:gd name="connsiteX1" fmla="*/ 404892 w 792088"/>
                  <a:gd name="connsiteY1" fmla="*/ 499730 h 3236034"/>
                  <a:gd name="connsiteX2" fmla="*/ 792088 w 792088"/>
                  <a:gd name="connsiteY2" fmla="*/ 886926 h 3236034"/>
                  <a:gd name="connsiteX3" fmla="*/ 792088 w 792088"/>
                  <a:gd name="connsiteY3" fmla="*/ 3236034 h 3236034"/>
                  <a:gd name="connsiteX4" fmla="*/ 792088 w 792088"/>
                  <a:gd name="connsiteY4" fmla="*/ 3236034 h 3236034"/>
                  <a:gd name="connsiteX5" fmla="*/ 0 w 792088"/>
                  <a:gd name="connsiteY5" fmla="*/ 3236034 h 3236034"/>
                  <a:gd name="connsiteX6" fmla="*/ 0 w 792088"/>
                  <a:gd name="connsiteY6" fmla="*/ 3236034 h 3236034"/>
                  <a:gd name="connsiteX7" fmla="*/ 0 w 792088"/>
                  <a:gd name="connsiteY7" fmla="*/ 886926 h 3236034"/>
                  <a:gd name="connsiteX8" fmla="*/ 397829 w 792088"/>
                  <a:gd name="connsiteY8" fmla="*/ 0 h 3236034"/>
                  <a:gd name="connsiteX0" fmla="*/ 397829 w 792088"/>
                  <a:gd name="connsiteY0" fmla="*/ 0 h 3236034"/>
                  <a:gd name="connsiteX1" fmla="*/ 404892 w 792088"/>
                  <a:gd name="connsiteY1" fmla="*/ 499730 h 3236034"/>
                  <a:gd name="connsiteX2" fmla="*/ 792088 w 792088"/>
                  <a:gd name="connsiteY2" fmla="*/ 886926 h 3236034"/>
                  <a:gd name="connsiteX3" fmla="*/ 792088 w 792088"/>
                  <a:gd name="connsiteY3" fmla="*/ 3236034 h 3236034"/>
                  <a:gd name="connsiteX4" fmla="*/ 792088 w 792088"/>
                  <a:gd name="connsiteY4" fmla="*/ 3236034 h 3236034"/>
                  <a:gd name="connsiteX5" fmla="*/ 0 w 792088"/>
                  <a:gd name="connsiteY5" fmla="*/ 3236034 h 3236034"/>
                  <a:gd name="connsiteX6" fmla="*/ 0 w 792088"/>
                  <a:gd name="connsiteY6" fmla="*/ 3236034 h 3236034"/>
                  <a:gd name="connsiteX7" fmla="*/ 0 w 792088"/>
                  <a:gd name="connsiteY7" fmla="*/ 886926 h 3236034"/>
                  <a:gd name="connsiteX8" fmla="*/ 397829 w 792088"/>
                  <a:gd name="connsiteY8" fmla="*/ 0 h 3236034"/>
                  <a:gd name="connsiteX0" fmla="*/ 397829 w 898729"/>
                  <a:gd name="connsiteY0" fmla="*/ 0 h 3236034"/>
                  <a:gd name="connsiteX1" fmla="*/ 755766 w 898729"/>
                  <a:gd name="connsiteY1" fmla="*/ 202018 h 3236034"/>
                  <a:gd name="connsiteX2" fmla="*/ 792088 w 898729"/>
                  <a:gd name="connsiteY2" fmla="*/ 886926 h 3236034"/>
                  <a:gd name="connsiteX3" fmla="*/ 792088 w 898729"/>
                  <a:gd name="connsiteY3" fmla="*/ 3236034 h 3236034"/>
                  <a:gd name="connsiteX4" fmla="*/ 792088 w 898729"/>
                  <a:gd name="connsiteY4" fmla="*/ 3236034 h 3236034"/>
                  <a:gd name="connsiteX5" fmla="*/ 0 w 898729"/>
                  <a:gd name="connsiteY5" fmla="*/ 3236034 h 3236034"/>
                  <a:gd name="connsiteX6" fmla="*/ 0 w 898729"/>
                  <a:gd name="connsiteY6" fmla="*/ 3236034 h 3236034"/>
                  <a:gd name="connsiteX7" fmla="*/ 0 w 898729"/>
                  <a:gd name="connsiteY7" fmla="*/ 886926 h 3236034"/>
                  <a:gd name="connsiteX8" fmla="*/ 397829 w 898729"/>
                  <a:gd name="connsiteY8" fmla="*/ 0 h 3236034"/>
                  <a:gd name="connsiteX0" fmla="*/ 397829 w 901981"/>
                  <a:gd name="connsiteY0" fmla="*/ 0 h 3236034"/>
                  <a:gd name="connsiteX1" fmla="*/ 755766 w 901981"/>
                  <a:gd name="connsiteY1" fmla="*/ 202018 h 3236034"/>
                  <a:gd name="connsiteX2" fmla="*/ 802721 w 901981"/>
                  <a:gd name="connsiteY2" fmla="*/ 1099577 h 3236034"/>
                  <a:gd name="connsiteX3" fmla="*/ 792088 w 901981"/>
                  <a:gd name="connsiteY3" fmla="*/ 3236034 h 3236034"/>
                  <a:gd name="connsiteX4" fmla="*/ 792088 w 901981"/>
                  <a:gd name="connsiteY4" fmla="*/ 3236034 h 3236034"/>
                  <a:gd name="connsiteX5" fmla="*/ 0 w 901981"/>
                  <a:gd name="connsiteY5" fmla="*/ 3236034 h 3236034"/>
                  <a:gd name="connsiteX6" fmla="*/ 0 w 901981"/>
                  <a:gd name="connsiteY6" fmla="*/ 3236034 h 3236034"/>
                  <a:gd name="connsiteX7" fmla="*/ 0 w 901981"/>
                  <a:gd name="connsiteY7" fmla="*/ 886926 h 3236034"/>
                  <a:gd name="connsiteX8" fmla="*/ 397829 w 901981"/>
                  <a:gd name="connsiteY8" fmla="*/ 0 h 3236034"/>
                  <a:gd name="connsiteX0" fmla="*/ 397829 w 951558"/>
                  <a:gd name="connsiteY0" fmla="*/ 0 h 3236034"/>
                  <a:gd name="connsiteX1" fmla="*/ 755766 w 951558"/>
                  <a:gd name="connsiteY1" fmla="*/ 202018 h 3236034"/>
                  <a:gd name="connsiteX2" fmla="*/ 802721 w 951558"/>
                  <a:gd name="connsiteY2" fmla="*/ 1099577 h 3236034"/>
                  <a:gd name="connsiteX3" fmla="*/ 792088 w 951558"/>
                  <a:gd name="connsiteY3" fmla="*/ 3236034 h 3236034"/>
                  <a:gd name="connsiteX4" fmla="*/ 792088 w 951558"/>
                  <a:gd name="connsiteY4" fmla="*/ 3236034 h 3236034"/>
                  <a:gd name="connsiteX5" fmla="*/ 0 w 951558"/>
                  <a:gd name="connsiteY5" fmla="*/ 3236034 h 3236034"/>
                  <a:gd name="connsiteX6" fmla="*/ 0 w 951558"/>
                  <a:gd name="connsiteY6" fmla="*/ 3236034 h 3236034"/>
                  <a:gd name="connsiteX7" fmla="*/ 0 w 951558"/>
                  <a:gd name="connsiteY7" fmla="*/ 886926 h 3236034"/>
                  <a:gd name="connsiteX8" fmla="*/ 397829 w 951558"/>
                  <a:gd name="connsiteY8" fmla="*/ 0 h 3236034"/>
                  <a:gd name="connsiteX0" fmla="*/ 397829 w 1016715"/>
                  <a:gd name="connsiteY0" fmla="*/ 0 h 3236034"/>
                  <a:gd name="connsiteX1" fmla="*/ 862091 w 1016715"/>
                  <a:gd name="connsiteY1" fmla="*/ 191385 h 3236034"/>
                  <a:gd name="connsiteX2" fmla="*/ 802721 w 1016715"/>
                  <a:gd name="connsiteY2" fmla="*/ 1099577 h 3236034"/>
                  <a:gd name="connsiteX3" fmla="*/ 792088 w 1016715"/>
                  <a:gd name="connsiteY3" fmla="*/ 3236034 h 3236034"/>
                  <a:gd name="connsiteX4" fmla="*/ 792088 w 1016715"/>
                  <a:gd name="connsiteY4" fmla="*/ 3236034 h 3236034"/>
                  <a:gd name="connsiteX5" fmla="*/ 0 w 1016715"/>
                  <a:gd name="connsiteY5" fmla="*/ 3236034 h 3236034"/>
                  <a:gd name="connsiteX6" fmla="*/ 0 w 1016715"/>
                  <a:gd name="connsiteY6" fmla="*/ 3236034 h 3236034"/>
                  <a:gd name="connsiteX7" fmla="*/ 0 w 1016715"/>
                  <a:gd name="connsiteY7" fmla="*/ 886926 h 3236034"/>
                  <a:gd name="connsiteX8" fmla="*/ 397829 w 1016715"/>
                  <a:gd name="connsiteY8" fmla="*/ 0 h 3236034"/>
                  <a:gd name="connsiteX0" fmla="*/ 397829 w 1016715"/>
                  <a:gd name="connsiteY0" fmla="*/ 0 h 3236034"/>
                  <a:gd name="connsiteX1" fmla="*/ 862091 w 1016715"/>
                  <a:gd name="connsiteY1" fmla="*/ 191385 h 3236034"/>
                  <a:gd name="connsiteX2" fmla="*/ 802721 w 1016715"/>
                  <a:gd name="connsiteY2" fmla="*/ 1099577 h 3236034"/>
                  <a:gd name="connsiteX3" fmla="*/ 792088 w 1016715"/>
                  <a:gd name="connsiteY3" fmla="*/ 3236034 h 3236034"/>
                  <a:gd name="connsiteX4" fmla="*/ 792088 w 1016715"/>
                  <a:gd name="connsiteY4" fmla="*/ 3236034 h 3236034"/>
                  <a:gd name="connsiteX5" fmla="*/ 0 w 1016715"/>
                  <a:gd name="connsiteY5" fmla="*/ 3236034 h 3236034"/>
                  <a:gd name="connsiteX6" fmla="*/ 0 w 1016715"/>
                  <a:gd name="connsiteY6" fmla="*/ 3236034 h 3236034"/>
                  <a:gd name="connsiteX7" fmla="*/ 0 w 1016715"/>
                  <a:gd name="connsiteY7" fmla="*/ 886926 h 3236034"/>
                  <a:gd name="connsiteX8" fmla="*/ 397829 w 1016715"/>
                  <a:gd name="connsiteY8" fmla="*/ 0 h 3236034"/>
                  <a:gd name="connsiteX0" fmla="*/ 397829 w 802721"/>
                  <a:gd name="connsiteY0" fmla="*/ 0 h 3236034"/>
                  <a:gd name="connsiteX1" fmla="*/ 802721 w 802721"/>
                  <a:gd name="connsiteY1" fmla="*/ 1099577 h 3236034"/>
                  <a:gd name="connsiteX2" fmla="*/ 792088 w 802721"/>
                  <a:gd name="connsiteY2" fmla="*/ 3236034 h 3236034"/>
                  <a:gd name="connsiteX3" fmla="*/ 792088 w 802721"/>
                  <a:gd name="connsiteY3" fmla="*/ 3236034 h 3236034"/>
                  <a:gd name="connsiteX4" fmla="*/ 0 w 802721"/>
                  <a:gd name="connsiteY4" fmla="*/ 3236034 h 3236034"/>
                  <a:gd name="connsiteX5" fmla="*/ 0 w 802721"/>
                  <a:gd name="connsiteY5" fmla="*/ 3236034 h 3236034"/>
                  <a:gd name="connsiteX6" fmla="*/ 0 w 802721"/>
                  <a:gd name="connsiteY6" fmla="*/ 886926 h 3236034"/>
                  <a:gd name="connsiteX7" fmla="*/ 397829 w 802721"/>
                  <a:gd name="connsiteY7" fmla="*/ 0 h 3236034"/>
                  <a:gd name="connsiteX0" fmla="*/ 397829 w 1062933"/>
                  <a:gd name="connsiteY0" fmla="*/ 0 h 3236034"/>
                  <a:gd name="connsiteX1" fmla="*/ 802721 w 1062933"/>
                  <a:gd name="connsiteY1" fmla="*/ 1099577 h 3236034"/>
                  <a:gd name="connsiteX2" fmla="*/ 792088 w 1062933"/>
                  <a:gd name="connsiteY2" fmla="*/ 3236034 h 3236034"/>
                  <a:gd name="connsiteX3" fmla="*/ 792088 w 1062933"/>
                  <a:gd name="connsiteY3" fmla="*/ 3236034 h 3236034"/>
                  <a:gd name="connsiteX4" fmla="*/ 0 w 1062933"/>
                  <a:gd name="connsiteY4" fmla="*/ 3236034 h 3236034"/>
                  <a:gd name="connsiteX5" fmla="*/ 0 w 1062933"/>
                  <a:gd name="connsiteY5" fmla="*/ 3236034 h 3236034"/>
                  <a:gd name="connsiteX6" fmla="*/ 0 w 1062933"/>
                  <a:gd name="connsiteY6" fmla="*/ 886926 h 3236034"/>
                  <a:gd name="connsiteX7" fmla="*/ 397829 w 1062933"/>
                  <a:gd name="connsiteY7" fmla="*/ 0 h 3236034"/>
                  <a:gd name="connsiteX0" fmla="*/ 397829 w 1062933"/>
                  <a:gd name="connsiteY0" fmla="*/ 0 h 3236034"/>
                  <a:gd name="connsiteX1" fmla="*/ 802721 w 1062933"/>
                  <a:gd name="connsiteY1" fmla="*/ 1099577 h 3236034"/>
                  <a:gd name="connsiteX2" fmla="*/ 792088 w 1062933"/>
                  <a:gd name="connsiteY2" fmla="*/ 3236034 h 3236034"/>
                  <a:gd name="connsiteX3" fmla="*/ 792088 w 1062933"/>
                  <a:gd name="connsiteY3" fmla="*/ 3236034 h 3236034"/>
                  <a:gd name="connsiteX4" fmla="*/ 0 w 1062933"/>
                  <a:gd name="connsiteY4" fmla="*/ 3236034 h 3236034"/>
                  <a:gd name="connsiteX5" fmla="*/ 0 w 1062933"/>
                  <a:gd name="connsiteY5" fmla="*/ 3236034 h 3236034"/>
                  <a:gd name="connsiteX6" fmla="*/ 0 w 1062933"/>
                  <a:gd name="connsiteY6" fmla="*/ 886926 h 3236034"/>
                  <a:gd name="connsiteX7" fmla="*/ 397829 w 1062933"/>
                  <a:gd name="connsiteY7" fmla="*/ 0 h 3236034"/>
                  <a:gd name="connsiteX0" fmla="*/ 397829 w 1062933"/>
                  <a:gd name="connsiteY0" fmla="*/ 0 h 3236034"/>
                  <a:gd name="connsiteX1" fmla="*/ 802721 w 1062933"/>
                  <a:gd name="connsiteY1" fmla="*/ 1099577 h 3236034"/>
                  <a:gd name="connsiteX2" fmla="*/ 792088 w 1062933"/>
                  <a:gd name="connsiteY2" fmla="*/ 3236034 h 3236034"/>
                  <a:gd name="connsiteX3" fmla="*/ 792088 w 1062933"/>
                  <a:gd name="connsiteY3" fmla="*/ 3236034 h 3236034"/>
                  <a:gd name="connsiteX4" fmla="*/ 0 w 1062933"/>
                  <a:gd name="connsiteY4" fmla="*/ 3236034 h 3236034"/>
                  <a:gd name="connsiteX5" fmla="*/ 0 w 1062933"/>
                  <a:gd name="connsiteY5" fmla="*/ 3236034 h 3236034"/>
                  <a:gd name="connsiteX6" fmla="*/ 0 w 1062933"/>
                  <a:gd name="connsiteY6" fmla="*/ 886926 h 3236034"/>
                  <a:gd name="connsiteX7" fmla="*/ 397829 w 1062933"/>
                  <a:gd name="connsiteY7" fmla="*/ 0 h 3236034"/>
                  <a:gd name="connsiteX0" fmla="*/ 397829 w 1117407"/>
                  <a:gd name="connsiteY0" fmla="*/ 0 h 3236034"/>
                  <a:gd name="connsiteX1" fmla="*/ 802721 w 1117407"/>
                  <a:gd name="connsiteY1" fmla="*/ 1099577 h 3236034"/>
                  <a:gd name="connsiteX2" fmla="*/ 792088 w 1117407"/>
                  <a:gd name="connsiteY2" fmla="*/ 3236034 h 3236034"/>
                  <a:gd name="connsiteX3" fmla="*/ 792088 w 1117407"/>
                  <a:gd name="connsiteY3" fmla="*/ 3236034 h 3236034"/>
                  <a:gd name="connsiteX4" fmla="*/ 0 w 1117407"/>
                  <a:gd name="connsiteY4" fmla="*/ 3236034 h 3236034"/>
                  <a:gd name="connsiteX5" fmla="*/ 0 w 1117407"/>
                  <a:gd name="connsiteY5" fmla="*/ 3236034 h 3236034"/>
                  <a:gd name="connsiteX6" fmla="*/ 0 w 1117407"/>
                  <a:gd name="connsiteY6" fmla="*/ 886926 h 3236034"/>
                  <a:gd name="connsiteX7" fmla="*/ 397829 w 1117407"/>
                  <a:gd name="connsiteY7" fmla="*/ 0 h 3236034"/>
                  <a:gd name="connsiteX0" fmla="*/ 397829 w 1125562"/>
                  <a:gd name="connsiteY0" fmla="*/ 0 h 3236034"/>
                  <a:gd name="connsiteX1" fmla="*/ 813354 w 1125562"/>
                  <a:gd name="connsiteY1" fmla="*/ 1344126 h 3236034"/>
                  <a:gd name="connsiteX2" fmla="*/ 792088 w 1125562"/>
                  <a:gd name="connsiteY2" fmla="*/ 3236034 h 3236034"/>
                  <a:gd name="connsiteX3" fmla="*/ 792088 w 1125562"/>
                  <a:gd name="connsiteY3" fmla="*/ 3236034 h 3236034"/>
                  <a:gd name="connsiteX4" fmla="*/ 0 w 1125562"/>
                  <a:gd name="connsiteY4" fmla="*/ 3236034 h 3236034"/>
                  <a:gd name="connsiteX5" fmla="*/ 0 w 1125562"/>
                  <a:gd name="connsiteY5" fmla="*/ 3236034 h 3236034"/>
                  <a:gd name="connsiteX6" fmla="*/ 0 w 1125562"/>
                  <a:gd name="connsiteY6" fmla="*/ 886926 h 3236034"/>
                  <a:gd name="connsiteX7" fmla="*/ 397829 w 1125562"/>
                  <a:gd name="connsiteY7" fmla="*/ 0 h 3236034"/>
                  <a:gd name="connsiteX0" fmla="*/ 397829 w 1109289"/>
                  <a:gd name="connsiteY0" fmla="*/ 0 h 3236034"/>
                  <a:gd name="connsiteX1" fmla="*/ 792089 w 1109289"/>
                  <a:gd name="connsiteY1" fmla="*/ 1312228 h 3236034"/>
                  <a:gd name="connsiteX2" fmla="*/ 792088 w 1109289"/>
                  <a:gd name="connsiteY2" fmla="*/ 3236034 h 3236034"/>
                  <a:gd name="connsiteX3" fmla="*/ 792088 w 1109289"/>
                  <a:gd name="connsiteY3" fmla="*/ 3236034 h 3236034"/>
                  <a:gd name="connsiteX4" fmla="*/ 0 w 1109289"/>
                  <a:gd name="connsiteY4" fmla="*/ 3236034 h 3236034"/>
                  <a:gd name="connsiteX5" fmla="*/ 0 w 1109289"/>
                  <a:gd name="connsiteY5" fmla="*/ 3236034 h 3236034"/>
                  <a:gd name="connsiteX6" fmla="*/ 0 w 1109289"/>
                  <a:gd name="connsiteY6" fmla="*/ 886926 h 3236034"/>
                  <a:gd name="connsiteX7" fmla="*/ 397829 w 1109289"/>
                  <a:gd name="connsiteY7" fmla="*/ 0 h 3236034"/>
                  <a:gd name="connsiteX0" fmla="*/ 397829 w 1076274"/>
                  <a:gd name="connsiteY0" fmla="*/ 0 h 3236034"/>
                  <a:gd name="connsiteX1" fmla="*/ 792089 w 1076274"/>
                  <a:gd name="connsiteY1" fmla="*/ 1312228 h 3236034"/>
                  <a:gd name="connsiteX2" fmla="*/ 792088 w 1076274"/>
                  <a:gd name="connsiteY2" fmla="*/ 3236034 h 3236034"/>
                  <a:gd name="connsiteX3" fmla="*/ 792088 w 1076274"/>
                  <a:gd name="connsiteY3" fmla="*/ 3236034 h 3236034"/>
                  <a:gd name="connsiteX4" fmla="*/ 0 w 1076274"/>
                  <a:gd name="connsiteY4" fmla="*/ 3236034 h 3236034"/>
                  <a:gd name="connsiteX5" fmla="*/ 0 w 1076274"/>
                  <a:gd name="connsiteY5" fmla="*/ 3236034 h 3236034"/>
                  <a:gd name="connsiteX6" fmla="*/ 0 w 1076274"/>
                  <a:gd name="connsiteY6" fmla="*/ 886926 h 3236034"/>
                  <a:gd name="connsiteX7" fmla="*/ 397829 w 1076274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84929"/>
                  <a:gd name="connsiteY0" fmla="*/ 0 h 3236034"/>
                  <a:gd name="connsiteX1" fmla="*/ 930312 w 1184929"/>
                  <a:gd name="connsiteY1" fmla="*/ 1142108 h 3236034"/>
                  <a:gd name="connsiteX2" fmla="*/ 792088 w 1184929"/>
                  <a:gd name="connsiteY2" fmla="*/ 3236034 h 3236034"/>
                  <a:gd name="connsiteX3" fmla="*/ 792088 w 1184929"/>
                  <a:gd name="connsiteY3" fmla="*/ 3236034 h 3236034"/>
                  <a:gd name="connsiteX4" fmla="*/ 0 w 1184929"/>
                  <a:gd name="connsiteY4" fmla="*/ 3236034 h 3236034"/>
                  <a:gd name="connsiteX5" fmla="*/ 0 w 1184929"/>
                  <a:gd name="connsiteY5" fmla="*/ 3236034 h 3236034"/>
                  <a:gd name="connsiteX6" fmla="*/ 0 w 1184929"/>
                  <a:gd name="connsiteY6" fmla="*/ 886926 h 3236034"/>
                  <a:gd name="connsiteX7" fmla="*/ 397829 w 1184929"/>
                  <a:gd name="connsiteY7" fmla="*/ 0 h 3236034"/>
                  <a:gd name="connsiteX0" fmla="*/ 397829 w 1111112"/>
                  <a:gd name="connsiteY0" fmla="*/ 0 h 3236034"/>
                  <a:gd name="connsiteX1" fmla="*/ 930312 w 1111112"/>
                  <a:gd name="connsiteY1" fmla="*/ 1142108 h 3236034"/>
                  <a:gd name="connsiteX2" fmla="*/ 792088 w 1111112"/>
                  <a:gd name="connsiteY2" fmla="*/ 3236034 h 3236034"/>
                  <a:gd name="connsiteX3" fmla="*/ 792088 w 1111112"/>
                  <a:gd name="connsiteY3" fmla="*/ 3236034 h 3236034"/>
                  <a:gd name="connsiteX4" fmla="*/ 0 w 1111112"/>
                  <a:gd name="connsiteY4" fmla="*/ 3236034 h 3236034"/>
                  <a:gd name="connsiteX5" fmla="*/ 0 w 1111112"/>
                  <a:gd name="connsiteY5" fmla="*/ 3236034 h 3236034"/>
                  <a:gd name="connsiteX6" fmla="*/ 0 w 1111112"/>
                  <a:gd name="connsiteY6" fmla="*/ 886926 h 3236034"/>
                  <a:gd name="connsiteX7" fmla="*/ 397829 w 1111112"/>
                  <a:gd name="connsiteY7" fmla="*/ 0 h 3236034"/>
                  <a:gd name="connsiteX0" fmla="*/ 397829 w 1154440"/>
                  <a:gd name="connsiteY0" fmla="*/ 0 h 3236034"/>
                  <a:gd name="connsiteX1" fmla="*/ 930312 w 1154440"/>
                  <a:gd name="connsiteY1" fmla="*/ 1142108 h 3236034"/>
                  <a:gd name="connsiteX2" fmla="*/ 792088 w 1154440"/>
                  <a:gd name="connsiteY2" fmla="*/ 3236034 h 3236034"/>
                  <a:gd name="connsiteX3" fmla="*/ 792088 w 1154440"/>
                  <a:gd name="connsiteY3" fmla="*/ 3236034 h 3236034"/>
                  <a:gd name="connsiteX4" fmla="*/ 0 w 1154440"/>
                  <a:gd name="connsiteY4" fmla="*/ 3236034 h 3236034"/>
                  <a:gd name="connsiteX5" fmla="*/ 0 w 1154440"/>
                  <a:gd name="connsiteY5" fmla="*/ 3236034 h 3236034"/>
                  <a:gd name="connsiteX6" fmla="*/ 0 w 1154440"/>
                  <a:gd name="connsiteY6" fmla="*/ 886926 h 3236034"/>
                  <a:gd name="connsiteX7" fmla="*/ 397829 w 1154440"/>
                  <a:gd name="connsiteY7" fmla="*/ 0 h 3236034"/>
                  <a:gd name="connsiteX0" fmla="*/ 397829 w 1154440"/>
                  <a:gd name="connsiteY0" fmla="*/ 0 h 3236034"/>
                  <a:gd name="connsiteX1" fmla="*/ 930312 w 1154440"/>
                  <a:gd name="connsiteY1" fmla="*/ 1142108 h 3236034"/>
                  <a:gd name="connsiteX2" fmla="*/ 792088 w 1154440"/>
                  <a:gd name="connsiteY2" fmla="*/ 3236034 h 3236034"/>
                  <a:gd name="connsiteX3" fmla="*/ 792088 w 1154440"/>
                  <a:gd name="connsiteY3" fmla="*/ 3236034 h 3236034"/>
                  <a:gd name="connsiteX4" fmla="*/ 0 w 1154440"/>
                  <a:gd name="connsiteY4" fmla="*/ 3236034 h 3236034"/>
                  <a:gd name="connsiteX5" fmla="*/ 0 w 1154440"/>
                  <a:gd name="connsiteY5" fmla="*/ 3236034 h 3236034"/>
                  <a:gd name="connsiteX6" fmla="*/ 0 w 1154440"/>
                  <a:gd name="connsiteY6" fmla="*/ 886926 h 3236034"/>
                  <a:gd name="connsiteX7" fmla="*/ 397829 w 1154440"/>
                  <a:gd name="connsiteY7" fmla="*/ 0 h 3236034"/>
                  <a:gd name="connsiteX0" fmla="*/ 397829 w 1154440"/>
                  <a:gd name="connsiteY0" fmla="*/ 0 h 3236034"/>
                  <a:gd name="connsiteX1" fmla="*/ 930312 w 1154440"/>
                  <a:gd name="connsiteY1" fmla="*/ 1142108 h 3236034"/>
                  <a:gd name="connsiteX2" fmla="*/ 792088 w 1154440"/>
                  <a:gd name="connsiteY2" fmla="*/ 3236034 h 3236034"/>
                  <a:gd name="connsiteX3" fmla="*/ 792088 w 1154440"/>
                  <a:gd name="connsiteY3" fmla="*/ 3236034 h 3236034"/>
                  <a:gd name="connsiteX4" fmla="*/ 0 w 1154440"/>
                  <a:gd name="connsiteY4" fmla="*/ 3236034 h 3236034"/>
                  <a:gd name="connsiteX5" fmla="*/ 0 w 1154440"/>
                  <a:gd name="connsiteY5" fmla="*/ 3236034 h 3236034"/>
                  <a:gd name="connsiteX6" fmla="*/ 0 w 1154440"/>
                  <a:gd name="connsiteY6" fmla="*/ 886926 h 3236034"/>
                  <a:gd name="connsiteX7" fmla="*/ 397829 w 1154440"/>
                  <a:gd name="connsiteY7" fmla="*/ 0 h 3236034"/>
                  <a:gd name="connsiteX0" fmla="*/ 397829 w 1151550"/>
                  <a:gd name="connsiteY0" fmla="*/ 0 h 3236034"/>
                  <a:gd name="connsiteX1" fmla="*/ 930312 w 1151550"/>
                  <a:gd name="connsiteY1" fmla="*/ 1142108 h 3236034"/>
                  <a:gd name="connsiteX2" fmla="*/ 792088 w 1151550"/>
                  <a:gd name="connsiteY2" fmla="*/ 3236034 h 3236034"/>
                  <a:gd name="connsiteX3" fmla="*/ 792088 w 1151550"/>
                  <a:gd name="connsiteY3" fmla="*/ 3236034 h 3236034"/>
                  <a:gd name="connsiteX4" fmla="*/ 0 w 1151550"/>
                  <a:gd name="connsiteY4" fmla="*/ 3236034 h 3236034"/>
                  <a:gd name="connsiteX5" fmla="*/ 0 w 1151550"/>
                  <a:gd name="connsiteY5" fmla="*/ 3236034 h 3236034"/>
                  <a:gd name="connsiteX6" fmla="*/ 0 w 1151550"/>
                  <a:gd name="connsiteY6" fmla="*/ 886926 h 3236034"/>
                  <a:gd name="connsiteX7" fmla="*/ 397829 w 1151550"/>
                  <a:gd name="connsiteY7" fmla="*/ 0 h 3236034"/>
                  <a:gd name="connsiteX0" fmla="*/ 397829 w 1081399"/>
                  <a:gd name="connsiteY0" fmla="*/ 0 h 3236034"/>
                  <a:gd name="connsiteX1" fmla="*/ 834842 w 1081399"/>
                  <a:gd name="connsiteY1" fmla="*/ 1099578 h 3236034"/>
                  <a:gd name="connsiteX2" fmla="*/ 792088 w 1081399"/>
                  <a:gd name="connsiteY2" fmla="*/ 3236034 h 3236034"/>
                  <a:gd name="connsiteX3" fmla="*/ 792088 w 1081399"/>
                  <a:gd name="connsiteY3" fmla="*/ 3236034 h 3236034"/>
                  <a:gd name="connsiteX4" fmla="*/ 0 w 1081399"/>
                  <a:gd name="connsiteY4" fmla="*/ 3236034 h 3236034"/>
                  <a:gd name="connsiteX5" fmla="*/ 0 w 1081399"/>
                  <a:gd name="connsiteY5" fmla="*/ 3236034 h 3236034"/>
                  <a:gd name="connsiteX6" fmla="*/ 0 w 1081399"/>
                  <a:gd name="connsiteY6" fmla="*/ 886926 h 3236034"/>
                  <a:gd name="connsiteX7" fmla="*/ 397829 w 1081399"/>
                  <a:gd name="connsiteY7" fmla="*/ 0 h 3236034"/>
                  <a:gd name="connsiteX0" fmla="*/ 397829 w 1024947"/>
                  <a:gd name="connsiteY0" fmla="*/ 0 h 3236034"/>
                  <a:gd name="connsiteX1" fmla="*/ 753012 w 1024947"/>
                  <a:gd name="connsiteY1" fmla="*/ 1269699 h 3236034"/>
                  <a:gd name="connsiteX2" fmla="*/ 792088 w 1024947"/>
                  <a:gd name="connsiteY2" fmla="*/ 3236034 h 3236034"/>
                  <a:gd name="connsiteX3" fmla="*/ 792088 w 1024947"/>
                  <a:gd name="connsiteY3" fmla="*/ 3236034 h 3236034"/>
                  <a:gd name="connsiteX4" fmla="*/ 0 w 1024947"/>
                  <a:gd name="connsiteY4" fmla="*/ 3236034 h 3236034"/>
                  <a:gd name="connsiteX5" fmla="*/ 0 w 1024947"/>
                  <a:gd name="connsiteY5" fmla="*/ 3236034 h 3236034"/>
                  <a:gd name="connsiteX6" fmla="*/ 0 w 1024947"/>
                  <a:gd name="connsiteY6" fmla="*/ 886926 h 3236034"/>
                  <a:gd name="connsiteX7" fmla="*/ 397829 w 1024947"/>
                  <a:gd name="connsiteY7" fmla="*/ 0 h 3236034"/>
                  <a:gd name="connsiteX0" fmla="*/ 397829 w 1024947"/>
                  <a:gd name="connsiteY0" fmla="*/ 0 h 3236034"/>
                  <a:gd name="connsiteX1" fmla="*/ 753012 w 1024947"/>
                  <a:gd name="connsiteY1" fmla="*/ 1269699 h 3236034"/>
                  <a:gd name="connsiteX2" fmla="*/ 792088 w 1024947"/>
                  <a:gd name="connsiteY2" fmla="*/ 3236034 h 3236034"/>
                  <a:gd name="connsiteX3" fmla="*/ 792088 w 1024947"/>
                  <a:gd name="connsiteY3" fmla="*/ 3236034 h 3236034"/>
                  <a:gd name="connsiteX4" fmla="*/ 0 w 1024947"/>
                  <a:gd name="connsiteY4" fmla="*/ 3236034 h 3236034"/>
                  <a:gd name="connsiteX5" fmla="*/ 0 w 1024947"/>
                  <a:gd name="connsiteY5" fmla="*/ 3236034 h 3236034"/>
                  <a:gd name="connsiteX6" fmla="*/ 0 w 1024947"/>
                  <a:gd name="connsiteY6" fmla="*/ 886926 h 3236034"/>
                  <a:gd name="connsiteX7" fmla="*/ 397829 w 1024947"/>
                  <a:gd name="connsiteY7" fmla="*/ 0 h 3236034"/>
                  <a:gd name="connsiteX0" fmla="*/ 397829 w 1043356"/>
                  <a:gd name="connsiteY0" fmla="*/ 0 h 3236034"/>
                  <a:gd name="connsiteX1" fmla="*/ 780289 w 1043356"/>
                  <a:gd name="connsiteY1" fmla="*/ 1216537 h 3236034"/>
                  <a:gd name="connsiteX2" fmla="*/ 792088 w 1043356"/>
                  <a:gd name="connsiteY2" fmla="*/ 3236034 h 3236034"/>
                  <a:gd name="connsiteX3" fmla="*/ 792088 w 1043356"/>
                  <a:gd name="connsiteY3" fmla="*/ 3236034 h 3236034"/>
                  <a:gd name="connsiteX4" fmla="*/ 0 w 1043356"/>
                  <a:gd name="connsiteY4" fmla="*/ 3236034 h 3236034"/>
                  <a:gd name="connsiteX5" fmla="*/ 0 w 1043356"/>
                  <a:gd name="connsiteY5" fmla="*/ 3236034 h 3236034"/>
                  <a:gd name="connsiteX6" fmla="*/ 0 w 1043356"/>
                  <a:gd name="connsiteY6" fmla="*/ 886926 h 3236034"/>
                  <a:gd name="connsiteX7" fmla="*/ 397829 w 1043356"/>
                  <a:gd name="connsiteY7" fmla="*/ 0 h 3236034"/>
                  <a:gd name="connsiteX0" fmla="*/ 397829 w 971742"/>
                  <a:gd name="connsiteY0" fmla="*/ 0 h 3236034"/>
                  <a:gd name="connsiteX1" fmla="*/ 780289 w 971742"/>
                  <a:gd name="connsiteY1" fmla="*/ 1216537 h 3236034"/>
                  <a:gd name="connsiteX2" fmla="*/ 792088 w 971742"/>
                  <a:gd name="connsiteY2" fmla="*/ 3236034 h 3236034"/>
                  <a:gd name="connsiteX3" fmla="*/ 792088 w 971742"/>
                  <a:gd name="connsiteY3" fmla="*/ 3236034 h 3236034"/>
                  <a:gd name="connsiteX4" fmla="*/ 0 w 971742"/>
                  <a:gd name="connsiteY4" fmla="*/ 3236034 h 3236034"/>
                  <a:gd name="connsiteX5" fmla="*/ 0 w 971742"/>
                  <a:gd name="connsiteY5" fmla="*/ 3236034 h 3236034"/>
                  <a:gd name="connsiteX6" fmla="*/ 0 w 971742"/>
                  <a:gd name="connsiteY6" fmla="*/ 886926 h 3236034"/>
                  <a:gd name="connsiteX7" fmla="*/ 397829 w 971742"/>
                  <a:gd name="connsiteY7" fmla="*/ 0 h 3236034"/>
                  <a:gd name="connsiteX0" fmla="*/ 397829 w 1007471"/>
                  <a:gd name="connsiteY0" fmla="*/ 0 h 3236034"/>
                  <a:gd name="connsiteX1" fmla="*/ 780289 w 1007471"/>
                  <a:gd name="connsiteY1" fmla="*/ 1216537 h 3236034"/>
                  <a:gd name="connsiteX2" fmla="*/ 792088 w 1007471"/>
                  <a:gd name="connsiteY2" fmla="*/ 3236034 h 3236034"/>
                  <a:gd name="connsiteX3" fmla="*/ 792088 w 1007471"/>
                  <a:gd name="connsiteY3" fmla="*/ 3236034 h 3236034"/>
                  <a:gd name="connsiteX4" fmla="*/ 0 w 1007471"/>
                  <a:gd name="connsiteY4" fmla="*/ 3236034 h 3236034"/>
                  <a:gd name="connsiteX5" fmla="*/ 0 w 1007471"/>
                  <a:gd name="connsiteY5" fmla="*/ 3236034 h 3236034"/>
                  <a:gd name="connsiteX6" fmla="*/ 0 w 1007471"/>
                  <a:gd name="connsiteY6" fmla="*/ 886926 h 3236034"/>
                  <a:gd name="connsiteX7" fmla="*/ 397829 w 1007471"/>
                  <a:gd name="connsiteY7" fmla="*/ 0 h 3236034"/>
                  <a:gd name="connsiteX0" fmla="*/ 397829 w 983631"/>
                  <a:gd name="connsiteY0" fmla="*/ 0 h 3236034"/>
                  <a:gd name="connsiteX1" fmla="*/ 780289 w 983631"/>
                  <a:gd name="connsiteY1" fmla="*/ 1216537 h 3236034"/>
                  <a:gd name="connsiteX2" fmla="*/ 792088 w 983631"/>
                  <a:gd name="connsiteY2" fmla="*/ 3236034 h 3236034"/>
                  <a:gd name="connsiteX3" fmla="*/ 792088 w 983631"/>
                  <a:gd name="connsiteY3" fmla="*/ 3236034 h 3236034"/>
                  <a:gd name="connsiteX4" fmla="*/ 0 w 983631"/>
                  <a:gd name="connsiteY4" fmla="*/ 3236034 h 3236034"/>
                  <a:gd name="connsiteX5" fmla="*/ 0 w 983631"/>
                  <a:gd name="connsiteY5" fmla="*/ 3236034 h 3236034"/>
                  <a:gd name="connsiteX6" fmla="*/ 0 w 983631"/>
                  <a:gd name="connsiteY6" fmla="*/ 886926 h 3236034"/>
                  <a:gd name="connsiteX7" fmla="*/ 397829 w 983631"/>
                  <a:gd name="connsiteY7" fmla="*/ 0 h 3236034"/>
                  <a:gd name="connsiteX0" fmla="*/ 397829 w 983630"/>
                  <a:gd name="connsiteY0" fmla="*/ 9390 h 3245424"/>
                  <a:gd name="connsiteX1" fmla="*/ 780289 w 983630"/>
                  <a:gd name="connsiteY1" fmla="*/ 1225927 h 3245424"/>
                  <a:gd name="connsiteX2" fmla="*/ 792088 w 983630"/>
                  <a:gd name="connsiteY2" fmla="*/ 3245424 h 3245424"/>
                  <a:gd name="connsiteX3" fmla="*/ 792088 w 983630"/>
                  <a:gd name="connsiteY3" fmla="*/ 3245424 h 3245424"/>
                  <a:gd name="connsiteX4" fmla="*/ 0 w 983630"/>
                  <a:gd name="connsiteY4" fmla="*/ 3245424 h 3245424"/>
                  <a:gd name="connsiteX5" fmla="*/ 0 w 983630"/>
                  <a:gd name="connsiteY5" fmla="*/ 3245424 h 3245424"/>
                  <a:gd name="connsiteX6" fmla="*/ 0 w 983630"/>
                  <a:gd name="connsiteY6" fmla="*/ 896316 h 3245424"/>
                  <a:gd name="connsiteX7" fmla="*/ 397829 w 983630"/>
                  <a:gd name="connsiteY7" fmla="*/ 9390 h 3245424"/>
                  <a:gd name="connsiteX0" fmla="*/ 397829 w 974605"/>
                  <a:gd name="connsiteY0" fmla="*/ 6357 h 3242391"/>
                  <a:gd name="connsiteX1" fmla="*/ 766650 w 974605"/>
                  <a:gd name="connsiteY1" fmla="*/ 1552503 h 3242391"/>
                  <a:gd name="connsiteX2" fmla="*/ 792088 w 974605"/>
                  <a:gd name="connsiteY2" fmla="*/ 3242391 h 3242391"/>
                  <a:gd name="connsiteX3" fmla="*/ 792088 w 974605"/>
                  <a:gd name="connsiteY3" fmla="*/ 3242391 h 3242391"/>
                  <a:gd name="connsiteX4" fmla="*/ 0 w 974605"/>
                  <a:gd name="connsiteY4" fmla="*/ 3242391 h 3242391"/>
                  <a:gd name="connsiteX5" fmla="*/ 0 w 974605"/>
                  <a:gd name="connsiteY5" fmla="*/ 3242391 h 3242391"/>
                  <a:gd name="connsiteX6" fmla="*/ 0 w 974605"/>
                  <a:gd name="connsiteY6" fmla="*/ 893283 h 3242391"/>
                  <a:gd name="connsiteX7" fmla="*/ 397829 w 974605"/>
                  <a:gd name="connsiteY7" fmla="*/ 6357 h 3242391"/>
                  <a:gd name="connsiteX0" fmla="*/ 397829 w 964009"/>
                  <a:gd name="connsiteY0" fmla="*/ 7874 h 3243908"/>
                  <a:gd name="connsiteX1" fmla="*/ 766650 w 964009"/>
                  <a:gd name="connsiteY1" fmla="*/ 1554020 h 3243908"/>
                  <a:gd name="connsiteX2" fmla="*/ 792088 w 964009"/>
                  <a:gd name="connsiteY2" fmla="*/ 3243908 h 3243908"/>
                  <a:gd name="connsiteX3" fmla="*/ 792088 w 964009"/>
                  <a:gd name="connsiteY3" fmla="*/ 3243908 h 3243908"/>
                  <a:gd name="connsiteX4" fmla="*/ 0 w 964009"/>
                  <a:gd name="connsiteY4" fmla="*/ 3243908 h 3243908"/>
                  <a:gd name="connsiteX5" fmla="*/ 0 w 964009"/>
                  <a:gd name="connsiteY5" fmla="*/ 3243908 h 3243908"/>
                  <a:gd name="connsiteX6" fmla="*/ 0 w 964009"/>
                  <a:gd name="connsiteY6" fmla="*/ 894800 h 3243908"/>
                  <a:gd name="connsiteX7" fmla="*/ 397829 w 964009"/>
                  <a:gd name="connsiteY7" fmla="*/ 7874 h 3243908"/>
                  <a:gd name="connsiteX0" fmla="*/ 397829 w 1103655"/>
                  <a:gd name="connsiteY0" fmla="*/ 5470 h 3241504"/>
                  <a:gd name="connsiteX1" fmla="*/ 1096679 w 1103655"/>
                  <a:gd name="connsiteY1" fmla="*/ 590921 h 3241504"/>
                  <a:gd name="connsiteX2" fmla="*/ 766650 w 1103655"/>
                  <a:gd name="connsiteY2" fmla="*/ 1551616 h 3241504"/>
                  <a:gd name="connsiteX3" fmla="*/ 792088 w 1103655"/>
                  <a:gd name="connsiteY3" fmla="*/ 3241504 h 3241504"/>
                  <a:gd name="connsiteX4" fmla="*/ 792088 w 1103655"/>
                  <a:gd name="connsiteY4" fmla="*/ 3241504 h 3241504"/>
                  <a:gd name="connsiteX5" fmla="*/ 0 w 1103655"/>
                  <a:gd name="connsiteY5" fmla="*/ 3241504 h 3241504"/>
                  <a:gd name="connsiteX6" fmla="*/ 0 w 1103655"/>
                  <a:gd name="connsiteY6" fmla="*/ 3241504 h 3241504"/>
                  <a:gd name="connsiteX7" fmla="*/ 0 w 1103655"/>
                  <a:gd name="connsiteY7" fmla="*/ 892396 h 3241504"/>
                  <a:gd name="connsiteX8" fmla="*/ 397829 w 1103655"/>
                  <a:gd name="connsiteY8" fmla="*/ 5470 h 3241504"/>
                  <a:gd name="connsiteX0" fmla="*/ 397829 w 1103454"/>
                  <a:gd name="connsiteY0" fmla="*/ 5470 h 3241504"/>
                  <a:gd name="connsiteX1" fmla="*/ 1096679 w 1103454"/>
                  <a:gd name="connsiteY1" fmla="*/ 590921 h 3241504"/>
                  <a:gd name="connsiteX2" fmla="*/ 754433 w 1103454"/>
                  <a:gd name="connsiteY2" fmla="*/ 1523041 h 3241504"/>
                  <a:gd name="connsiteX3" fmla="*/ 792088 w 1103454"/>
                  <a:gd name="connsiteY3" fmla="*/ 3241504 h 3241504"/>
                  <a:gd name="connsiteX4" fmla="*/ 792088 w 1103454"/>
                  <a:gd name="connsiteY4" fmla="*/ 3241504 h 3241504"/>
                  <a:gd name="connsiteX5" fmla="*/ 0 w 1103454"/>
                  <a:gd name="connsiteY5" fmla="*/ 3241504 h 3241504"/>
                  <a:gd name="connsiteX6" fmla="*/ 0 w 1103454"/>
                  <a:gd name="connsiteY6" fmla="*/ 3241504 h 3241504"/>
                  <a:gd name="connsiteX7" fmla="*/ 0 w 1103454"/>
                  <a:gd name="connsiteY7" fmla="*/ 892396 h 3241504"/>
                  <a:gd name="connsiteX8" fmla="*/ 397829 w 1103454"/>
                  <a:gd name="connsiteY8" fmla="*/ 5470 h 3241504"/>
                  <a:gd name="connsiteX0" fmla="*/ 397829 w 1103176"/>
                  <a:gd name="connsiteY0" fmla="*/ 5470 h 3241504"/>
                  <a:gd name="connsiteX1" fmla="*/ 1096679 w 1103176"/>
                  <a:gd name="connsiteY1" fmla="*/ 590921 h 3241504"/>
                  <a:gd name="connsiteX2" fmla="*/ 754433 w 1103176"/>
                  <a:gd name="connsiteY2" fmla="*/ 1523041 h 3241504"/>
                  <a:gd name="connsiteX3" fmla="*/ 792088 w 1103176"/>
                  <a:gd name="connsiteY3" fmla="*/ 3241504 h 3241504"/>
                  <a:gd name="connsiteX4" fmla="*/ 792088 w 1103176"/>
                  <a:gd name="connsiteY4" fmla="*/ 3241504 h 3241504"/>
                  <a:gd name="connsiteX5" fmla="*/ 0 w 1103176"/>
                  <a:gd name="connsiteY5" fmla="*/ 3241504 h 3241504"/>
                  <a:gd name="connsiteX6" fmla="*/ 0 w 1103176"/>
                  <a:gd name="connsiteY6" fmla="*/ 3241504 h 3241504"/>
                  <a:gd name="connsiteX7" fmla="*/ 0 w 1103176"/>
                  <a:gd name="connsiteY7" fmla="*/ 892396 h 3241504"/>
                  <a:gd name="connsiteX8" fmla="*/ 397829 w 1103176"/>
                  <a:gd name="connsiteY8" fmla="*/ 5470 h 3241504"/>
                  <a:gd name="connsiteX0" fmla="*/ 397829 w 1103176"/>
                  <a:gd name="connsiteY0" fmla="*/ 5470 h 3241504"/>
                  <a:gd name="connsiteX1" fmla="*/ 1096679 w 1103176"/>
                  <a:gd name="connsiteY1" fmla="*/ 590921 h 3241504"/>
                  <a:gd name="connsiteX2" fmla="*/ 754433 w 1103176"/>
                  <a:gd name="connsiteY2" fmla="*/ 1503991 h 3241504"/>
                  <a:gd name="connsiteX3" fmla="*/ 792088 w 1103176"/>
                  <a:gd name="connsiteY3" fmla="*/ 3241504 h 3241504"/>
                  <a:gd name="connsiteX4" fmla="*/ 792088 w 1103176"/>
                  <a:gd name="connsiteY4" fmla="*/ 3241504 h 3241504"/>
                  <a:gd name="connsiteX5" fmla="*/ 0 w 1103176"/>
                  <a:gd name="connsiteY5" fmla="*/ 3241504 h 3241504"/>
                  <a:gd name="connsiteX6" fmla="*/ 0 w 1103176"/>
                  <a:gd name="connsiteY6" fmla="*/ 3241504 h 3241504"/>
                  <a:gd name="connsiteX7" fmla="*/ 0 w 1103176"/>
                  <a:gd name="connsiteY7" fmla="*/ 892396 h 3241504"/>
                  <a:gd name="connsiteX8" fmla="*/ 397829 w 1103176"/>
                  <a:gd name="connsiteY8" fmla="*/ 5470 h 3241504"/>
                  <a:gd name="connsiteX0" fmla="*/ 397829 w 1193682"/>
                  <a:gd name="connsiteY0" fmla="*/ 5721 h 3241755"/>
                  <a:gd name="connsiteX1" fmla="*/ 1188312 w 1193682"/>
                  <a:gd name="connsiteY1" fmla="*/ 572122 h 3241755"/>
                  <a:gd name="connsiteX2" fmla="*/ 754433 w 1193682"/>
                  <a:gd name="connsiteY2" fmla="*/ 1504242 h 3241755"/>
                  <a:gd name="connsiteX3" fmla="*/ 792088 w 1193682"/>
                  <a:gd name="connsiteY3" fmla="*/ 3241755 h 3241755"/>
                  <a:gd name="connsiteX4" fmla="*/ 792088 w 1193682"/>
                  <a:gd name="connsiteY4" fmla="*/ 3241755 h 3241755"/>
                  <a:gd name="connsiteX5" fmla="*/ 0 w 1193682"/>
                  <a:gd name="connsiteY5" fmla="*/ 3241755 h 3241755"/>
                  <a:gd name="connsiteX6" fmla="*/ 0 w 1193682"/>
                  <a:gd name="connsiteY6" fmla="*/ 3241755 h 3241755"/>
                  <a:gd name="connsiteX7" fmla="*/ 0 w 1193682"/>
                  <a:gd name="connsiteY7" fmla="*/ 892647 h 3241755"/>
                  <a:gd name="connsiteX8" fmla="*/ 397829 w 1193682"/>
                  <a:gd name="connsiteY8" fmla="*/ 5721 h 3241755"/>
                  <a:gd name="connsiteX0" fmla="*/ 397829 w 1188313"/>
                  <a:gd name="connsiteY0" fmla="*/ 5721 h 3241755"/>
                  <a:gd name="connsiteX1" fmla="*/ 1188312 w 1188313"/>
                  <a:gd name="connsiteY1" fmla="*/ 572122 h 3241755"/>
                  <a:gd name="connsiteX2" fmla="*/ 754433 w 1188313"/>
                  <a:gd name="connsiteY2" fmla="*/ 1504242 h 3241755"/>
                  <a:gd name="connsiteX3" fmla="*/ 792088 w 1188313"/>
                  <a:gd name="connsiteY3" fmla="*/ 3241755 h 3241755"/>
                  <a:gd name="connsiteX4" fmla="*/ 792088 w 1188313"/>
                  <a:gd name="connsiteY4" fmla="*/ 3241755 h 3241755"/>
                  <a:gd name="connsiteX5" fmla="*/ 0 w 1188313"/>
                  <a:gd name="connsiteY5" fmla="*/ 3241755 h 3241755"/>
                  <a:gd name="connsiteX6" fmla="*/ 0 w 1188313"/>
                  <a:gd name="connsiteY6" fmla="*/ 3241755 h 3241755"/>
                  <a:gd name="connsiteX7" fmla="*/ 0 w 1188313"/>
                  <a:gd name="connsiteY7" fmla="*/ 892647 h 3241755"/>
                  <a:gd name="connsiteX8" fmla="*/ 397829 w 1188313"/>
                  <a:gd name="connsiteY8" fmla="*/ 5721 h 3241755"/>
                  <a:gd name="connsiteX0" fmla="*/ 397829 w 1200430"/>
                  <a:gd name="connsiteY0" fmla="*/ 6518 h 3242552"/>
                  <a:gd name="connsiteX1" fmla="*/ 1188312 w 1200430"/>
                  <a:gd name="connsiteY1" fmla="*/ 572919 h 3242552"/>
                  <a:gd name="connsiteX2" fmla="*/ 754433 w 1200430"/>
                  <a:gd name="connsiteY2" fmla="*/ 1505039 h 3242552"/>
                  <a:gd name="connsiteX3" fmla="*/ 792088 w 1200430"/>
                  <a:gd name="connsiteY3" fmla="*/ 3242552 h 3242552"/>
                  <a:gd name="connsiteX4" fmla="*/ 792088 w 1200430"/>
                  <a:gd name="connsiteY4" fmla="*/ 3242552 h 3242552"/>
                  <a:gd name="connsiteX5" fmla="*/ 0 w 1200430"/>
                  <a:gd name="connsiteY5" fmla="*/ 3242552 h 3242552"/>
                  <a:gd name="connsiteX6" fmla="*/ 0 w 1200430"/>
                  <a:gd name="connsiteY6" fmla="*/ 3242552 h 3242552"/>
                  <a:gd name="connsiteX7" fmla="*/ 0 w 1200430"/>
                  <a:gd name="connsiteY7" fmla="*/ 893444 h 3242552"/>
                  <a:gd name="connsiteX8" fmla="*/ 397829 w 1200430"/>
                  <a:gd name="connsiteY8" fmla="*/ 6518 h 3242552"/>
                  <a:gd name="connsiteX0" fmla="*/ 367285 w 1200000"/>
                  <a:gd name="connsiteY0" fmla="*/ 7711 h 3186595"/>
                  <a:gd name="connsiteX1" fmla="*/ 1188312 w 1200000"/>
                  <a:gd name="connsiteY1" fmla="*/ 516962 h 3186595"/>
                  <a:gd name="connsiteX2" fmla="*/ 754433 w 1200000"/>
                  <a:gd name="connsiteY2" fmla="*/ 1449082 h 3186595"/>
                  <a:gd name="connsiteX3" fmla="*/ 792088 w 1200000"/>
                  <a:gd name="connsiteY3" fmla="*/ 3186595 h 3186595"/>
                  <a:gd name="connsiteX4" fmla="*/ 792088 w 1200000"/>
                  <a:gd name="connsiteY4" fmla="*/ 3186595 h 3186595"/>
                  <a:gd name="connsiteX5" fmla="*/ 0 w 1200000"/>
                  <a:gd name="connsiteY5" fmla="*/ 3186595 h 3186595"/>
                  <a:gd name="connsiteX6" fmla="*/ 0 w 1200000"/>
                  <a:gd name="connsiteY6" fmla="*/ 3186595 h 3186595"/>
                  <a:gd name="connsiteX7" fmla="*/ 0 w 1200000"/>
                  <a:gd name="connsiteY7" fmla="*/ 837487 h 3186595"/>
                  <a:gd name="connsiteX8" fmla="*/ 367285 w 1200000"/>
                  <a:gd name="connsiteY8" fmla="*/ 7711 h 3186595"/>
                  <a:gd name="connsiteX0" fmla="*/ 367285 w 1200505"/>
                  <a:gd name="connsiteY0" fmla="*/ 1566 h 3180450"/>
                  <a:gd name="connsiteX1" fmla="*/ 1188312 w 1200505"/>
                  <a:gd name="connsiteY1" fmla="*/ 510817 h 3180450"/>
                  <a:gd name="connsiteX2" fmla="*/ 754433 w 1200505"/>
                  <a:gd name="connsiteY2" fmla="*/ 1442937 h 3180450"/>
                  <a:gd name="connsiteX3" fmla="*/ 792088 w 1200505"/>
                  <a:gd name="connsiteY3" fmla="*/ 3180450 h 3180450"/>
                  <a:gd name="connsiteX4" fmla="*/ 792088 w 1200505"/>
                  <a:gd name="connsiteY4" fmla="*/ 3180450 h 3180450"/>
                  <a:gd name="connsiteX5" fmla="*/ 0 w 1200505"/>
                  <a:gd name="connsiteY5" fmla="*/ 3180450 h 3180450"/>
                  <a:gd name="connsiteX6" fmla="*/ 0 w 1200505"/>
                  <a:gd name="connsiteY6" fmla="*/ 3180450 h 3180450"/>
                  <a:gd name="connsiteX7" fmla="*/ 0 w 1200505"/>
                  <a:gd name="connsiteY7" fmla="*/ 831342 h 3180450"/>
                  <a:gd name="connsiteX8" fmla="*/ 367285 w 1200505"/>
                  <a:gd name="connsiteY8" fmla="*/ 1566 h 3180450"/>
                  <a:gd name="connsiteX0" fmla="*/ 367858 w 1201078"/>
                  <a:gd name="connsiteY0" fmla="*/ 1566 h 3180450"/>
                  <a:gd name="connsiteX1" fmla="*/ 1188885 w 1201078"/>
                  <a:gd name="connsiteY1" fmla="*/ 510817 h 3180450"/>
                  <a:gd name="connsiteX2" fmla="*/ 755006 w 1201078"/>
                  <a:gd name="connsiteY2" fmla="*/ 1442937 h 3180450"/>
                  <a:gd name="connsiteX3" fmla="*/ 792661 w 1201078"/>
                  <a:gd name="connsiteY3" fmla="*/ 3180450 h 3180450"/>
                  <a:gd name="connsiteX4" fmla="*/ 792661 w 1201078"/>
                  <a:gd name="connsiteY4" fmla="*/ 3180450 h 3180450"/>
                  <a:gd name="connsiteX5" fmla="*/ 573 w 1201078"/>
                  <a:gd name="connsiteY5" fmla="*/ 3180450 h 3180450"/>
                  <a:gd name="connsiteX6" fmla="*/ 573 w 1201078"/>
                  <a:gd name="connsiteY6" fmla="*/ 3180450 h 3180450"/>
                  <a:gd name="connsiteX7" fmla="*/ 573 w 1201078"/>
                  <a:gd name="connsiteY7" fmla="*/ 831342 h 3180450"/>
                  <a:gd name="connsiteX8" fmla="*/ 367858 w 1201078"/>
                  <a:gd name="connsiteY8" fmla="*/ 1566 h 3180450"/>
                  <a:gd name="connsiteX0" fmla="*/ 367859 w 1249271"/>
                  <a:gd name="connsiteY0" fmla="*/ 1508 h 3180392"/>
                  <a:gd name="connsiteX1" fmla="*/ 1237757 w 1249271"/>
                  <a:gd name="connsiteY1" fmla="*/ 520284 h 3180392"/>
                  <a:gd name="connsiteX2" fmla="*/ 755007 w 1249271"/>
                  <a:gd name="connsiteY2" fmla="*/ 1442879 h 3180392"/>
                  <a:gd name="connsiteX3" fmla="*/ 792662 w 1249271"/>
                  <a:gd name="connsiteY3" fmla="*/ 3180392 h 3180392"/>
                  <a:gd name="connsiteX4" fmla="*/ 792662 w 1249271"/>
                  <a:gd name="connsiteY4" fmla="*/ 3180392 h 3180392"/>
                  <a:gd name="connsiteX5" fmla="*/ 574 w 1249271"/>
                  <a:gd name="connsiteY5" fmla="*/ 3180392 h 3180392"/>
                  <a:gd name="connsiteX6" fmla="*/ 574 w 1249271"/>
                  <a:gd name="connsiteY6" fmla="*/ 3180392 h 3180392"/>
                  <a:gd name="connsiteX7" fmla="*/ 574 w 1249271"/>
                  <a:gd name="connsiteY7" fmla="*/ 831284 h 3180392"/>
                  <a:gd name="connsiteX8" fmla="*/ 367859 w 1249271"/>
                  <a:gd name="connsiteY8" fmla="*/ 1508 h 3180392"/>
                  <a:gd name="connsiteX0" fmla="*/ 367859 w 1249271"/>
                  <a:gd name="connsiteY0" fmla="*/ 1508 h 3180392"/>
                  <a:gd name="connsiteX1" fmla="*/ 1237757 w 1249271"/>
                  <a:gd name="connsiteY1" fmla="*/ 520284 h 3180392"/>
                  <a:gd name="connsiteX2" fmla="*/ 755007 w 1249271"/>
                  <a:gd name="connsiteY2" fmla="*/ 1442879 h 3180392"/>
                  <a:gd name="connsiteX3" fmla="*/ 792662 w 1249271"/>
                  <a:gd name="connsiteY3" fmla="*/ 3180392 h 3180392"/>
                  <a:gd name="connsiteX4" fmla="*/ 792662 w 1249271"/>
                  <a:gd name="connsiteY4" fmla="*/ 3180392 h 3180392"/>
                  <a:gd name="connsiteX5" fmla="*/ 574 w 1249271"/>
                  <a:gd name="connsiteY5" fmla="*/ 3180392 h 3180392"/>
                  <a:gd name="connsiteX6" fmla="*/ 574 w 1249271"/>
                  <a:gd name="connsiteY6" fmla="*/ 3180392 h 3180392"/>
                  <a:gd name="connsiteX7" fmla="*/ 574 w 1249271"/>
                  <a:gd name="connsiteY7" fmla="*/ 831284 h 3180392"/>
                  <a:gd name="connsiteX8" fmla="*/ 367859 w 1249271"/>
                  <a:gd name="connsiteY8" fmla="*/ 1508 h 3180392"/>
                  <a:gd name="connsiteX0" fmla="*/ 367859 w 1240085"/>
                  <a:gd name="connsiteY0" fmla="*/ 1764 h 3180648"/>
                  <a:gd name="connsiteX1" fmla="*/ 1237757 w 1240085"/>
                  <a:gd name="connsiteY1" fmla="*/ 520540 h 3180648"/>
                  <a:gd name="connsiteX2" fmla="*/ 755007 w 1240085"/>
                  <a:gd name="connsiteY2" fmla="*/ 1443135 h 3180648"/>
                  <a:gd name="connsiteX3" fmla="*/ 792662 w 1240085"/>
                  <a:gd name="connsiteY3" fmla="*/ 3180648 h 3180648"/>
                  <a:gd name="connsiteX4" fmla="*/ 792662 w 1240085"/>
                  <a:gd name="connsiteY4" fmla="*/ 3180648 h 3180648"/>
                  <a:gd name="connsiteX5" fmla="*/ 574 w 1240085"/>
                  <a:gd name="connsiteY5" fmla="*/ 3180648 h 3180648"/>
                  <a:gd name="connsiteX6" fmla="*/ 574 w 1240085"/>
                  <a:gd name="connsiteY6" fmla="*/ 3180648 h 3180648"/>
                  <a:gd name="connsiteX7" fmla="*/ 574 w 1240085"/>
                  <a:gd name="connsiteY7" fmla="*/ 831540 h 3180648"/>
                  <a:gd name="connsiteX8" fmla="*/ 367859 w 1240085"/>
                  <a:gd name="connsiteY8" fmla="*/ 1764 h 3180648"/>
                  <a:gd name="connsiteX0" fmla="*/ 367859 w 1240086"/>
                  <a:gd name="connsiteY0" fmla="*/ 1764 h 3180648"/>
                  <a:gd name="connsiteX1" fmla="*/ 1237757 w 1240086"/>
                  <a:gd name="connsiteY1" fmla="*/ 520540 h 3180648"/>
                  <a:gd name="connsiteX2" fmla="*/ 755007 w 1240086"/>
                  <a:gd name="connsiteY2" fmla="*/ 1443135 h 3180648"/>
                  <a:gd name="connsiteX3" fmla="*/ 792662 w 1240086"/>
                  <a:gd name="connsiteY3" fmla="*/ 3180648 h 3180648"/>
                  <a:gd name="connsiteX4" fmla="*/ 792662 w 1240086"/>
                  <a:gd name="connsiteY4" fmla="*/ 3180648 h 3180648"/>
                  <a:gd name="connsiteX5" fmla="*/ 574 w 1240086"/>
                  <a:gd name="connsiteY5" fmla="*/ 3180648 h 3180648"/>
                  <a:gd name="connsiteX6" fmla="*/ 574 w 1240086"/>
                  <a:gd name="connsiteY6" fmla="*/ 3180648 h 3180648"/>
                  <a:gd name="connsiteX7" fmla="*/ 574 w 1240086"/>
                  <a:gd name="connsiteY7" fmla="*/ 831540 h 3180648"/>
                  <a:gd name="connsiteX8" fmla="*/ 367859 w 1240086"/>
                  <a:gd name="connsiteY8" fmla="*/ 1764 h 3180648"/>
                  <a:gd name="connsiteX0" fmla="*/ 373394 w 1239532"/>
                  <a:gd name="connsiteY0" fmla="*/ 1562 h 3209021"/>
                  <a:gd name="connsiteX1" fmla="*/ 1237184 w 1239532"/>
                  <a:gd name="connsiteY1" fmla="*/ 548913 h 3209021"/>
                  <a:gd name="connsiteX2" fmla="*/ 754434 w 1239532"/>
                  <a:gd name="connsiteY2" fmla="*/ 1471508 h 3209021"/>
                  <a:gd name="connsiteX3" fmla="*/ 792089 w 1239532"/>
                  <a:gd name="connsiteY3" fmla="*/ 3209021 h 3209021"/>
                  <a:gd name="connsiteX4" fmla="*/ 792089 w 1239532"/>
                  <a:gd name="connsiteY4" fmla="*/ 3209021 h 3209021"/>
                  <a:gd name="connsiteX5" fmla="*/ 1 w 1239532"/>
                  <a:gd name="connsiteY5" fmla="*/ 3209021 h 3209021"/>
                  <a:gd name="connsiteX6" fmla="*/ 1 w 1239532"/>
                  <a:gd name="connsiteY6" fmla="*/ 3209021 h 3209021"/>
                  <a:gd name="connsiteX7" fmla="*/ 1 w 1239532"/>
                  <a:gd name="connsiteY7" fmla="*/ 859913 h 3209021"/>
                  <a:gd name="connsiteX8" fmla="*/ 373394 w 1239532"/>
                  <a:gd name="connsiteY8" fmla="*/ 1562 h 3209021"/>
                  <a:gd name="connsiteX0" fmla="*/ 373393 w 1239758"/>
                  <a:gd name="connsiteY0" fmla="*/ 0 h 3207459"/>
                  <a:gd name="connsiteX1" fmla="*/ 1237183 w 1239758"/>
                  <a:gd name="connsiteY1" fmla="*/ 547351 h 3207459"/>
                  <a:gd name="connsiteX2" fmla="*/ 754433 w 1239758"/>
                  <a:gd name="connsiteY2" fmla="*/ 1469946 h 3207459"/>
                  <a:gd name="connsiteX3" fmla="*/ 792088 w 1239758"/>
                  <a:gd name="connsiteY3" fmla="*/ 3207459 h 3207459"/>
                  <a:gd name="connsiteX4" fmla="*/ 792088 w 1239758"/>
                  <a:gd name="connsiteY4" fmla="*/ 3207459 h 3207459"/>
                  <a:gd name="connsiteX5" fmla="*/ 0 w 1239758"/>
                  <a:gd name="connsiteY5" fmla="*/ 3207459 h 3207459"/>
                  <a:gd name="connsiteX6" fmla="*/ 0 w 1239758"/>
                  <a:gd name="connsiteY6" fmla="*/ 3207459 h 3207459"/>
                  <a:gd name="connsiteX7" fmla="*/ 0 w 1239758"/>
                  <a:gd name="connsiteY7" fmla="*/ 858351 h 3207459"/>
                  <a:gd name="connsiteX8" fmla="*/ 373393 w 1239758"/>
                  <a:gd name="connsiteY8" fmla="*/ 0 h 3207459"/>
                  <a:gd name="connsiteX0" fmla="*/ 380199 w 1246564"/>
                  <a:gd name="connsiteY0" fmla="*/ 0 h 3207459"/>
                  <a:gd name="connsiteX1" fmla="*/ 1243989 w 1246564"/>
                  <a:gd name="connsiteY1" fmla="*/ 547351 h 3207459"/>
                  <a:gd name="connsiteX2" fmla="*/ 761239 w 1246564"/>
                  <a:gd name="connsiteY2" fmla="*/ 1469946 h 3207459"/>
                  <a:gd name="connsiteX3" fmla="*/ 798894 w 1246564"/>
                  <a:gd name="connsiteY3" fmla="*/ 3207459 h 3207459"/>
                  <a:gd name="connsiteX4" fmla="*/ 798894 w 1246564"/>
                  <a:gd name="connsiteY4" fmla="*/ 3207459 h 3207459"/>
                  <a:gd name="connsiteX5" fmla="*/ 6806 w 1246564"/>
                  <a:gd name="connsiteY5" fmla="*/ 3207459 h 3207459"/>
                  <a:gd name="connsiteX6" fmla="*/ 6806 w 1246564"/>
                  <a:gd name="connsiteY6" fmla="*/ 3207459 h 3207459"/>
                  <a:gd name="connsiteX7" fmla="*/ 6806 w 1246564"/>
                  <a:gd name="connsiteY7" fmla="*/ 858351 h 3207459"/>
                  <a:gd name="connsiteX8" fmla="*/ 380199 w 1246564"/>
                  <a:gd name="connsiteY8" fmla="*/ 0 h 3207459"/>
                  <a:gd name="connsiteX0" fmla="*/ 380199 w 1246610"/>
                  <a:gd name="connsiteY0" fmla="*/ 233 h 3207692"/>
                  <a:gd name="connsiteX1" fmla="*/ 1243989 w 1246610"/>
                  <a:gd name="connsiteY1" fmla="*/ 547584 h 3207692"/>
                  <a:gd name="connsiteX2" fmla="*/ 761239 w 1246610"/>
                  <a:gd name="connsiteY2" fmla="*/ 1470179 h 3207692"/>
                  <a:gd name="connsiteX3" fmla="*/ 798894 w 1246610"/>
                  <a:gd name="connsiteY3" fmla="*/ 3207692 h 3207692"/>
                  <a:gd name="connsiteX4" fmla="*/ 798894 w 1246610"/>
                  <a:gd name="connsiteY4" fmla="*/ 3207692 h 3207692"/>
                  <a:gd name="connsiteX5" fmla="*/ 6806 w 1246610"/>
                  <a:gd name="connsiteY5" fmla="*/ 3207692 h 3207692"/>
                  <a:gd name="connsiteX6" fmla="*/ 6806 w 1246610"/>
                  <a:gd name="connsiteY6" fmla="*/ 3207692 h 3207692"/>
                  <a:gd name="connsiteX7" fmla="*/ 6806 w 1246610"/>
                  <a:gd name="connsiteY7" fmla="*/ 858584 h 3207692"/>
                  <a:gd name="connsiteX8" fmla="*/ 380199 w 1246610"/>
                  <a:gd name="connsiteY8" fmla="*/ 233 h 3207692"/>
                  <a:gd name="connsiteX0" fmla="*/ 380199 w 1301393"/>
                  <a:gd name="connsiteY0" fmla="*/ 233 h 3207692"/>
                  <a:gd name="connsiteX1" fmla="*/ 1298970 w 1301393"/>
                  <a:gd name="connsiteY1" fmla="*/ 547584 h 3207692"/>
                  <a:gd name="connsiteX2" fmla="*/ 761239 w 1301393"/>
                  <a:gd name="connsiteY2" fmla="*/ 1470179 h 3207692"/>
                  <a:gd name="connsiteX3" fmla="*/ 798894 w 1301393"/>
                  <a:gd name="connsiteY3" fmla="*/ 3207692 h 3207692"/>
                  <a:gd name="connsiteX4" fmla="*/ 798894 w 1301393"/>
                  <a:gd name="connsiteY4" fmla="*/ 3207692 h 3207692"/>
                  <a:gd name="connsiteX5" fmla="*/ 6806 w 1301393"/>
                  <a:gd name="connsiteY5" fmla="*/ 3207692 h 3207692"/>
                  <a:gd name="connsiteX6" fmla="*/ 6806 w 1301393"/>
                  <a:gd name="connsiteY6" fmla="*/ 3207692 h 3207692"/>
                  <a:gd name="connsiteX7" fmla="*/ 6806 w 1301393"/>
                  <a:gd name="connsiteY7" fmla="*/ 858584 h 3207692"/>
                  <a:gd name="connsiteX8" fmla="*/ 380199 w 1301393"/>
                  <a:gd name="connsiteY8" fmla="*/ 233 h 3207692"/>
                  <a:gd name="connsiteX0" fmla="*/ 380199 w 1301394"/>
                  <a:gd name="connsiteY0" fmla="*/ 233 h 3207692"/>
                  <a:gd name="connsiteX1" fmla="*/ 1298970 w 1301394"/>
                  <a:gd name="connsiteY1" fmla="*/ 547584 h 3207692"/>
                  <a:gd name="connsiteX2" fmla="*/ 761239 w 1301394"/>
                  <a:gd name="connsiteY2" fmla="*/ 1470179 h 3207692"/>
                  <a:gd name="connsiteX3" fmla="*/ 798894 w 1301394"/>
                  <a:gd name="connsiteY3" fmla="*/ 3207692 h 3207692"/>
                  <a:gd name="connsiteX4" fmla="*/ 798894 w 1301394"/>
                  <a:gd name="connsiteY4" fmla="*/ 3207692 h 3207692"/>
                  <a:gd name="connsiteX5" fmla="*/ 6806 w 1301394"/>
                  <a:gd name="connsiteY5" fmla="*/ 3207692 h 3207692"/>
                  <a:gd name="connsiteX6" fmla="*/ 6806 w 1301394"/>
                  <a:gd name="connsiteY6" fmla="*/ 3207692 h 3207692"/>
                  <a:gd name="connsiteX7" fmla="*/ 6806 w 1301394"/>
                  <a:gd name="connsiteY7" fmla="*/ 858584 h 3207692"/>
                  <a:gd name="connsiteX8" fmla="*/ 380199 w 1301394"/>
                  <a:gd name="connsiteY8" fmla="*/ 233 h 3207692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658146 w 1319958"/>
                  <a:gd name="connsiteY0" fmla="*/ 211 h 3207670"/>
                  <a:gd name="connsiteX1" fmla="*/ 1292164 w 1319958"/>
                  <a:gd name="connsiteY1" fmla="*/ 547562 h 3207670"/>
                  <a:gd name="connsiteX2" fmla="*/ 754433 w 1319958"/>
                  <a:gd name="connsiteY2" fmla="*/ 1470157 h 3207670"/>
                  <a:gd name="connsiteX3" fmla="*/ 792088 w 1319958"/>
                  <a:gd name="connsiteY3" fmla="*/ 3207670 h 3207670"/>
                  <a:gd name="connsiteX4" fmla="*/ 792088 w 1319958"/>
                  <a:gd name="connsiteY4" fmla="*/ 3207670 h 3207670"/>
                  <a:gd name="connsiteX5" fmla="*/ 0 w 1319958"/>
                  <a:gd name="connsiteY5" fmla="*/ 3207670 h 3207670"/>
                  <a:gd name="connsiteX6" fmla="*/ 0 w 1319958"/>
                  <a:gd name="connsiteY6" fmla="*/ 3207670 h 3207670"/>
                  <a:gd name="connsiteX7" fmla="*/ 0 w 1319958"/>
                  <a:gd name="connsiteY7" fmla="*/ 858562 h 3207670"/>
                  <a:gd name="connsiteX8" fmla="*/ 658146 w 1319958"/>
                  <a:gd name="connsiteY8" fmla="*/ 211 h 3207670"/>
                  <a:gd name="connsiteX0" fmla="*/ 786963 w 1326878"/>
                  <a:gd name="connsiteY0" fmla="*/ 205 h 3212949"/>
                  <a:gd name="connsiteX1" fmla="*/ 1292164 w 1326878"/>
                  <a:gd name="connsiteY1" fmla="*/ 552841 h 3212949"/>
                  <a:gd name="connsiteX2" fmla="*/ 754433 w 1326878"/>
                  <a:gd name="connsiteY2" fmla="*/ 1475436 h 3212949"/>
                  <a:gd name="connsiteX3" fmla="*/ 792088 w 1326878"/>
                  <a:gd name="connsiteY3" fmla="*/ 3212949 h 3212949"/>
                  <a:gd name="connsiteX4" fmla="*/ 792088 w 1326878"/>
                  <a:gd name="connsiteY4" fmla="*/ 3212949 h 3212949"/>
                  <a:gd name="connsiteX5" fmla="*/ 0 w 1326878"/>
                  <a:gd name="connsiteY5" fmla="*/ 3212949 h 3212949"/>
                  <a:gd name="connsiteX6" fmla="*/ 0 w 1326878"/>
                  <a:gd name="connsiteY6" fmla="*/ 3212949 h 3212949"/>
                  <a:gd name="connsiteX7" fmla="*/ 0 w 1326878"/>
                  <a:gd name="connsiteY7" fmla="*/ 863841 h 3212949"/>
                  <a:gd name="connsiteX8" fmla="*/ 786963 w 1326878"/>
                  <a:gd name="connsiteY8" fmla="*/ 205 h 3212949"/>
                  <a:gd name="connsiteX0" fmla="*/ 786963 w 1279105"/>
                  <a:gd name="connsiteY0" fmla="*/ 234 h 3212978"/>
                  <a:gd name="connsiteX1" fmla="*/ 1240608 w 1279105"/>
                  <a:gd name="connsiteY1" fmla="*/ 522725 h 3212978"/>
                  <a:gd name="connsiteX2" fmla="*/ 754433 w 1279105"/>
                  <a:gd name="connsiteY2" fmla="*/ 1475465 h 3212978"/>
                  <a:gd name="connsiteX3" fmla="*/ 792088 w 1279105"/>
                  <a:gd name="connsiteY3" fmla="*/ 3212978 h 3212978"/>
                  <a:gd name="connsiteX4" fmla="*/ 792088 w 1279105"/>
                  <a:gd name="connsiteY4" fmla="*/ 3212978 h 3212978"/>
                  <a:gd name="connsiteX5" fmla="*/ 0 w 1279105"/>
                  <a:gd name="connsiteY5" fmla="*/ 3212978 h 3212978"/>
                  <a:gd name="connsiteX6" fmla="*/ 0 w 1279105"/>
                  <a:gd name="connsiteY6" fmla="*/ 3212978 h 3212978"/>
                  <a:gd name="connsiteX7" fmla="*/ 0 w 1279105"/>
                  <a:gd name="connsiteY7" fmla="*/ 863870 h 3212978"/>
                  <a:gd name="connsiteX8" fmla="*/ 786963 w 1279105"/>
                  <a:gd name="connsiteY8" fmla="*/ 234 h 3212978"/>
                  <a:gd name="connsiteX0" fmla="*/ 786963 w 1232192"/>
                  <a:gd name="connsiteY0" fmla="*/ 272 h 3213016"/>
                  <a:gd name="connsiteX1" fmla="*/ 1189052 w 1232192"/>
                  <a:gd name="connsiteY1" fmla="*/ 492618 h 3213016"/>
                  <a:gd name="connsiteX2" fmla="*/ 754433 w 1232192"/>
                  <a:gd name="connsiteY2" fmla="*/ 1475503 h 3213016"/>
                  <a:gd name="connsiteX3" fmla="*/ 792088 w 1232192"/>
                  <a:gd name="connsiteY3" fmla="*/ 3213016 h 3213016"/>
                  <a:gd name="connsiteX4" fmla="*/ 792088 w 1232192"/>
                  <a:gd name="connsiteY4" fmla="*/ 3213016 h 3213016"/>
                  <a:gd name="connsiteX5" fmla="*/ 0 w 1232192"/>
                  <a:gd name="connsiteY5" fmla="*/ 3213016 h 3213016"/>
                  <a:gd name="connsiteX6" fmla="*/ 0 w 1232192"/>
                  <a:gd name="connsiteY6" fmla="*/ 3213016 h 3213016"/>
                  <a:gd name="connsiteX7" fmla="*/ 0 w 1232192"/>
                  <a:gd name="connsiteY7" fmla="*/ 863908 h 3213016"/>
                  <a:gd name="connsiteX8" fmla="*/ 786963 w 1232192"/>
                  <a:gd name="connsiteY8" fmla="*/ 272 h 3213016"/>
                  <a:gd name="connsiteX0" fmla="*/ 883632 w 1244333"/>
                  <a:gd name="connsiteY0" fmla="*/ 288 h 3202984"/>
                  <a:gd name="connsiteX1" fmla="*/ 1189052 w 1244333"/>
                  <a:gd name="connsiteY1" fmla="*/ 482586 h 3202984"/>
                  <a:gd name="connsiteX2" fmla="*/ 754433 w 1244333"/>
                  <a:gd name="connsiteY2" fmla="*/ 1465471 h 3202984"/>
                  <a:gd name="connsiteX3" fmla="*/ 792088 w 1244333"/>
                  <a:gd name="connsiteY3" fmla="*/ 3202984 h 3202984"/>
                  <a:gd name="connsiteX4" fmla="*/ 792088 w 1244333"/>
                  <a:gd name="connsiteY4" fmla="*/ 3202984 h 3202984"/>
                  <a:gd name="connsiteX5" fmla="*/ 0 w 1244333"/>
                  <a:gd name="connsiteY5" fmla="*/ 3202984 h 3202984"/>
                  <a:gd name="connsiteX6" fmla="*/ 0 w 1244333"/>
                  <a:gd name="connsiteY6" fmla="*/ 3202984 h 3202984"/>
                  <a:gd name="connsiteX7" fmla="*/ 0 w 1244333"/>
                  <a:gd name="connsiteY7" fmla="*/ 853876 h 3202984"/>
                  <a:gd name="connsiteX8" fmla="*/ 883632 w 1244333"/>
                  <a:gd name="connsiteY8" fmla="*/ 288 h 3202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333" h="3202984">
                    <a:moveTo>
                      <a:pt x="883632" y="288"/>
                    </a:moveTo>
                    <a:cubicBezTo>
                      <a:pt x="1159064" y="-7889"/>
                      <a:pt x="1341397" y="158219"/>
                      <a:pt x="1189052" y="482586"/>
                    </a:cubicBezTo>
                    <a:cubicBezTo>
                      <a:pt x="975620" y="911727"/>
                      <a:pt x="739017" y="984814"/>
                      <a:pt x="754433" y="1465471"/>
                    </a:cubicBezTo>
                    <a:cubicBezTo>
                      <a:pt x="763047" y="1992441"/>
                      <a:pt x="773014" y="2384949"/>
                      <a:pt x="792088" y="3202984"/>
                    </a:cubicBezTo>
                    <a:lnTo>
                      <a:pt x="792088" y="3202984"/>
                    </a:lnTo>
                    <a:lnTo>
                      <a:pt x="0" y="3202984"/>
                    </a:lnTo>
                    <a:lnTo>
                      <a:pt x="0" y="3202984"/>
                    </a:lnTo>
                    <a:lnTo>
                      <a:pt x="0" y="853876"/>
                    </a:lnTo>
                    <a:cubicBezTo>
                      <a:pt x="19874" y="235997"/>
                      <a:pt x="377849" y="5161"/>
                      <a:pt x="883632" y="28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Round Same Side Corner Rectangle 8">
                <a:extLst>
                  <a:ext uri="{FF2B5EF4-FFF2-40B4-BE49-F238E27FC236}">
                    <a16:creationId xmlns="" xmlns:a16="http://schemas.microsoft.com/office/drawing/2014/main" id="{5B8FDD20-971F-448A-9261-341BB1276222}"/>
                  </a:ext>
                </a:extLst>
              </p:cNvPr>
              <p:cNvSpPr/>
              <p:nvPr/>
            </p:nvSpPr>
            <p:spPr>
              <a:xfrm rot="10800000">
                <a:off x="4958576" y="2197645"/>
                <a:ext cx="1601768" cy="3212297"/>
              </a:xfrm>
              <a:custGeom>
                <a:avLst/>
                <a:gdLst>
                  <a:gd name="connsiteX0" fmla="*/ 306000 w 612000"/>
                  <a:gd name="connsiteY0" fmla="*/ 0 h 2817001"/>
                  <a:gd name="connsiteX1" fmla="*/ 306000 w 612000"/>
                  <a:gd name="connsiteY1" fmla="*/ 0 h 2817001"/>
                  <a:gd name="connsiteX2" fmla="*/ 612000 w 612000"/>
                  <a:gd name="connsiteY2" fmla="*/ 306000 h 2817001"/>
                  <a:gd name="connsiteX3" fmla="*/ 612000 w 612000"/>
                  <a:gd name="connsiteY3" fmla="*/ 2817001 h 2817001"/>
                  <a:gd name="connsiteX4" fmla="*/ 612000 w 612000"/>
                  <a:gd name="connsiteY4" fmla="*/ 2817001 h 2817001"/>
                  <a:gd name="connsiteX5" fmla="*/ 0 w 612000"/>
                  <a:gd name="connsiteY5" fmla="*/ 2817001 h 2817001"/>
                  <a:gd name="connsiteX6" fmla="*/ 0 w 612000"/>
                  <a:gd name="connsiteY6" fmla="*/ 2817001 h 2817001"/>
                  <a:gd name="connsiteX7" fmla="*/ 0 w 612000"/>
                  <a:gd name="connsiteY7" fmla="*/ 306000 h 2817001"/>
                  <a:gd name="connsiteX8" fmla="*/ 306000 w 612000"/>
                  <a:gd name="connsiteY8" fmla="*/ 0 h 2817001"/>
                  <a:gd name="connsiteX0" fmla="*/ 25563 w 1192801"/>
                  <a:gd name="connsiteY0" fmla="*/ 0 h 3231671"/>
                  <a:gd name="connsiteX1" fmla="*/ 886801 w 1192801"/>
                  <a:gd name="connsiteY1" fmla="*/ 414670 h 3231671"/>
                  <a:gd name="connsiteX2" fmla="*/ 1192801 w 1192801"/>
                  <a:gd name="connsiteY2" fmla="*/ 720670 h 3231671"/>
                  <a:gd name="connsiteX3" fmla="*/ 1192801 w 1192801"/>
                  <a:gd name="connsiteY3" fmla="*/ 3231671 h 3231671"/>
                  <a:gd name="connsiteX4" fmla="*/ 1192801 w 1192801"/>
                  <a:gd name="connsiteY4" fmla="*/ 3231671 h 3231671"/>
                  <a:gd name="connsiteX5" fmla="*/ 580801 w 1192801"/>
                  <a:gd name="connsiteY5" fmla="*/ 3231671 h 3231671"/>
                  <a:gd name="connsiteX6" fmla="*/ 580801 w 1192801"/>
                  <a:gd name="connsiteY6" fmla="*/ 3231671 h 3231671"/>
                  <a:gd name="connsiteX7" fmla="*/ 580801 w 1192801"/>
                  <a:gd name="connsiteY7" fmla="*/ 720670 h 3231671"/>
                  <a:gd name="connsiteX8" fmla="*/ 25563 w 1192801"/>
                  <a:gd name="connsiteY8" fmla="*/ 0 h 3231671"/>
                  <a:gd name="connsiteX0" fmla="*/ 25563 w 1192801"/>
                  <a:gd name="connsiteY0" fmla="*/ 0 h 3231671"/>
                  <a:gd name="connsiteX1" fmla="*/ 1192801 w 1192801"/>
                  <a:gd name="connsiteY1" fmla="*/ 720670 h 3231671"/>
                  <a:gd name="connsiteX2" fmla="*/ 1192801 w 1192801"/>
                  <a:gd name="connsiteY2" fmla="*/ 3231671 h 3231671"/>
                  <a:gd name="connsiteX3" fmla="*/ 1192801 w 1192801"/>
                  <a:gd name="connsiteY3" fmla="*/ 3231671 h 3231671"/>
                  <a:gd name="connsiteX4" fmla="*/ 580801 w 1192801"/>
                  <a:gd name="connsiteY4" fmla="*/ 3231671 h 3231671"/>
                  <a:gd name="connsiteX5" fmla="*/ 580801 w 1192801"/>
                  <a:gd name="connsiteY5" fmla="*/ 3231671 h 3231671"/>
                  <a:gd name="connsiteX6" fmla="*/ 580801 w 1192801"/>
                  <a:gd name="connsiteY6" fmla="*/ 720670 h 3231671"/>
                  <a:gd name="connsiteX7" fmla="*/ 25563 w 1192801"/>
                  <a:gd name="connsiteY7" fmla="*/ 0 h 3231671"/>
                  <a:gd name="connsiteX0" fmla="*/ 30147 w 1197385"/>
                  <a:gd name="connsiteY0" fmla="*/ 0 h 3231671"/>
                  <a:gd name="connsiteX1" fmla="*/ 1197385 w 1197385"/>
                  <a:gd name="connsiteY1" fmla="*/ 720670 h 3231671"/>
                  <a:gd name="connsiteX2" fmla="*/ 1197385 w 1197385"/>
                  <a:gd name="connsiteY2" fmla="*/ 3231671 h 3231671"/>
                  <a:gd name="connsiteX3" fmla="*/ 1197385 w 1197385"/>
                  <a:gd name="connsiteY3" fmla="*/ 3231671 h 3231671"/>
                  <a:gd name="connsiteX4" fmla="*/ 585385 w 1197385"/>
                  <a:gd name="connsiteY4" fmla="*/ 3231671 h 3231671"/>
                  <a:gd name="connsiteX5" fmla="*/ 585385 w 1197385"/>
                  <a:gd name="connsiteY5" fmla="*/ 3231671 h 3231671"/>
                  <a:gd name="connsiteX6" fmla="*/ 457794 w 1197385"/>
                  <a:gd name="connsiteY6" fmla="*/ 1018382 h 3231671"/>
                  <a:gd name="connsiteX7" fmla="*/ 30147 w 1197385"/>
                  <a:gd name="connsiteY7" fmla="*/ 0 h 3231671"/>
                  <a:gd name="connsiteX0" fmla="*/ 311465 w 1478703"/>
                  <a:gd name="connsiteY0" fmla="*/ 1443 h 3233114"/>
                  <a:gd name="connsiteX1" fmla="*/ 1478703 w 1478703"/>
                  <a:gd name="connsiteY1" fmla="*/ 722113 h 3233114"/>
                  <a:gd name="connsiteX2" fmla="*/ 1478703 w 1478703"/>
                  <a:gd name="connsiteY2" fmla="*/ 3233114 h 3233114"/>
                  <a:gd name="connsiteX3" fmla="*/ 1478703 w 1478703"/>
                  <a:gd name="connsiteY3" fmla="*/ 3233114 h 3233114"/>
                  <a:gd name="connsiteX4" fmla="*/ 866703 w 1478703"/>
                  <a:gd name="connsiteY4" fmla="*/ 3233114 h 3233114"/>
                  <a:gd name="connsiteX5" fmla="*/ 866703 w 1478703"/>
                  <a:gd name="connsiteY5" fmla="*/ 3233114 h 3233114"/>
                  <a:gd name="connsiteX6" fmla="*/ 739112 w 1478703"/>
                  <a:gd name="connsiteY6" fmla="*/ 1019825 h 3233114"/>
                  <a:gd name="connsiteX7" fmla="*/ 15213 w 1478703"/>
                  <a:gd name="connsiteY7" fmla="*/ 1379751 h 3233114"/>
                  <a:gd name="connsiteX8" fmla="*/ 311465 w 1478703"/>
                  <a:gd name="connsiteY8" fmla="*/ 1443 h 3233114"/>
                  <a:gd name="connsiteX0" fmla="*/ 188447 w 1355685"/>
                  <a:gd name="connsiteY0" fmla="*/ 1409 h 3233080"/>
                  <a:gd name="connsiteX1" fmla="*/ 1355685 w 1355685"/>
                  <a:gd name="connsiteY1" fmla="*/ 722079 h 3233080"/>
                  <a:gd name="connsiteX2" fmla="*/ 1355685 w 1355685"/>
                  <a:gd name="connsiteY2" fmla="*/ 3233080 h 3233080"/>
                  <a:gd name="connsiteX3" fmla="*/ 1355685 w 1355685"/>
                  <a:gd name="connsiteY3" fmla="*/ 3233080 h 3233080"/>
                  <a:gd name="connsiteX4" fmla="*/ 743685 w 1355685"/>
                  <a:gd name="connsiteY4" fmla="*/ 3233080 h 3233080"/>
                  <a:gd name="connsiteX5" fmla="*/ 743685 w 1355685"/>
                  <a:gd name="connsiteY5" fmla="*/ 3233080 h 3233080"/>
                  <a:gd name="connsiteX6" fmla="*/ 616094 w 1355685"/>
                  <a:gd name="connsiteY6" fmla="*/ 1019791 h 3233080"/>
                  <a:gd name="connsiteX7" fmla="*/ 30418 w 1355685"/>
                  <a:gd name="connsiteY7" fmla="*/ 1411615 h 3233080"/>
                  <a:gd name="connsiteX8" fmla="*/ 188447 w 1355685"/>
                  <a:gd name="connsiteY8" fmla="*/ 1409 h 3233080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476676 w 1572369"/>
                  <a:gd name="connsiteY1" fmla="*/ 935315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476676 w 1572369"/>
                  <a:gd name="connsiteY1" fmla="*/ 935315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54087 w 1557530"/>
                  <a:gd name="connsiteY0" fmla="*/ 2221 h 3138199"/>
                  <a:gd name="connsiteX1" fmla="*/ 1461837 w 1557530"/>
                  <a:gd name="connsiteY1" fmla="*/ 839849 h 3138199"/>
                  <a:gd name="connsiteX2" fmla="*/ 1557530 w 1557530"/>
                  <a:gd name="connsiteY2" fmla="*/ 3138199 h 3138199"/>
                  <a:gd name="connsiteX3" fmla="*/ 1557530 w 1557530"/>
                  <a:gd name="connsiteY3" fmla="*/ 3138199 h 3138199"/>
                  <a:gd name="connsiteX4" fmla="*/ 945530 w 1557530"/>
                  <a:gd name="connsiteY4" fmla="*/ 3138199 h 3138199"/>
                  <a:gd name="connsiteX5" fmla="*/ 945530 w 1557530"/>
                  <a:gd name="connsiteY5" fmla="*/ 3138199 h 3138199"/>
                  <a:gd name="connsiteX6" fmla="*/ 817939 w 1557530"/>
                  <a:gd name="connsiteY6" fmla="*/ 924910 h 3138199"/>
                  <a:gd name="connsiteX7" fmla="*/ 232263 w 1557530"/>
                  <a:gd name="connsiteY7" fmla="*/ 1316734 h 3138199"/>
                  <a:gd name="connsiteX8" fmla="*/ 454087 w 1557530"/>
                  <a:gd name="connsiteY8" fmla="*/ 2221 h 3138199"/>
                  <a:gd name="connsiteX0" fmla="*/ 458217 w 1561660"/>
                  <a:gd name="connsiteY0" fmla="*/ 54 h 3136032"/>
                  <a:gd name="connsiteX1" fmla="*/ 1465967 w 1561660"/>
                  <a:gd name="connsiteY1" fmla="*/ 837682 h 3136032"/>
                  <a:gd name="connsiteX2" fmla="*/ 1561660 w 1561660"/>
                  <a:gd name="connsiteY2" fmla="*/ 3136032 h 3136032"/>
                  <a:gd name="connsiteX3" fmla="*/ 1561660 w 1561660"/>
                  <a:gd name="connsiteY3" fmla="*/ 3136032 h 3136032"/>
                  <a:gd name="connsiteX4" fmla="*/ 949660 w 1561660"/>
                  <a:gd name="connsiteY4" fmla="*/ 3136032 h 3136032"/>
                  <a:gd name="connsiteX5" fmla="*/ 949660 w 1561660"/>
                  <a:gd name="connsiteY5" fmla="*/ 3136032 h 3136032"/>
                  <a:gd name="connsiteX6" fmla="*/ 822069 w 1561660"/>
                  <a:gd name="connsiteY6" fmla="*/ 922743 h 3136032"/>
                  <a:gd name="connsiteX7" fmla="*/ 236393 w 1561660"/>
                  <a:gd name="connsiteY7" fmla="*/ 1314567 h 3136032"/>
                  <a:gd name="connsiteX8" fmla="*/ 458217 w 1561660"/>
                  <a:gd name="connsiteY8" fmla="*/ 54 h 3136032"/>
                  <a:gd name="connsiteX0" fmla="*/ 458217 w 1561660"/>
                  <a:gd name="connsiteY0" fmla="*/ 53790 h 3189768"/>
                  <a:gd name="connsiteX1" fmla="*/ 1465967 w 1561660"/>
                  <a:gd name="connsiteY1" fmla="*/ 891418 h 3189768"/>
                  <a:gd name="connsiteX2" fmla="*/ 1561660 w 1561660"/>
                  <a:gd name="connsiteY2" fmla="*/ 3189768 h 3189768"/>
                  <a:gd name="connsiteX3" fmla="*/ 1561660 w 1561660"/>
                  <a:gd name="connsiteY3" fmla="*/ 3189768 h 3189768"/>
                  <a:gd name="connsiteX4" fmla="*/ 949660 w 1561660"/>
                  <a:gd name="connsiteY4" fmla="*/ 3189768 h 3189768"/>
                  <a:gd name="connsiteX5" fmla="*/ 949660 w 1561660"/>
                  <a:gd name="connsiteY5" fmla="*/ 3189768 h 3189768"/>
                  <a:gd name="connsiteX6" fmla="*/ 822069 w 1561660"/>
                  <a:gd name="connsiteY6" fmla="*/ 976479 h 3189768"/>
                  <a:gd name="connsiteX7" fmla="*/ 236393 w 1561660"/>
                  <a:gd name="connsiteY7" fmla="*/ 1368303 h 3189768"/>
                  <a:gd name="connsiteX8" fmla="*/ 458217 w 1561660"/>
                  <a:gd name="connsiteY8" fmla="*/ 53790 h 3189768"/>
                  <a:gd name="connsiteX0" fmla="*/ 473561 w 1577004"/>
                  <a:gd name="connsiteY0" fmla="*/ 53790 h 3189768"/>
                  <a:gd name="connsiteX1" fmla="*/ 1481311 w 1577004"/>
                  <a:gd name="connsiteY1" fmla="*/ 891418 h 3189768"/>
                  <a:gd name="connsiteX2" fmla="*/ 1577004 w 1577004"/>
                  <a:gd name="connsiteY2" fmla="*/ 3189768 h 3189768"/>
                  <a:gd name="connsiteX3" fmla="*/ 1577004 w 1577004"/>
                  <a:gd name="connsiteY3" fmla="*/ 3189768 h 3189768"/>
                  <a:gd name="connsiteX4" fmla="*/ 965004 w 1577004"/>
                  <a:gd name="connsiteY4" fmla="*/ 3189768 h 3189768"/>
                  <a:gd name="connsiteX5" fmla="*/ 965004 w 1577004"/>
                  <a:gd name="connsiteY5" fmla="*/ 3189768 h 3189768"/>
                  <a:gd name="connsiteX6" fmla="*/ 837413 w 1577004"/>
                  <a:gd name="connsiteY6" fmla="*/ 976479 h 3189768"/>
                  <a:gd name="connsiteX7" fmla="*/ 251737 w 1577004"/>
                  <a:gd name="connsiteY7" fmla="*/ 1368303 h 3189768"/>
                  <a:gd name="connsiteX8" fmla="*/ 473561 w 1577004"/>
                  <a:gd name="connsiteY8" fmla="*/ 53790 h 3189768"/>
                  <a:gd name="connsiteX0" fmla="*/ 473561 w 1577004"/>
                  <a:gd name="connsiteY0" fmla="*/ 46232 h 3182210"/>
                  <a:gd name="connsiteX1" fmla="*/ 1481311 w 1577004"/>
                  <a:gd name="connsiteY1" fmla="*/ 883860 h 3182210"/>
                  <a:gd name="connsiteX2" fmla="*/ 1577004 w 1577004"/>
                  <a:gd name="connsiteY2" fmla="*/ 3182210 h 3182210"/>
                  <a:gd name="connsiteX3" fmla="*/ 1577004 w 1577004"/>
                  <a:gd name="connsiteY3" fmla="*/ 3182210 h 3182210"/>
                  <a:gd name="connsiteX4" fmla="*/ 965004 w 1577004"/>
                  <a:gd name="connsiteY4" fmla="*/ 3182210 h 3182210"/>
                  <a:gd name="connsiteX5" fmla="*/ 965004 w 1577004"/>
                  <a:gd name="connsiteY5" fmla="*/ 3182210 h 3182210"/>
                  <a:gd name="connsiteX6" fmla="*/ 837413 w 1577004"/>
                  <a:gd name="connsiteY6" fmla="*/ 968921 h 3182210"/>
                  <a:gd name="connsiteX7" fmla="*/ 251737 w 1577004"/>
                  <a:gd name="connsiteY7" fmla="*/ 1360745 h 3182210"/>
                  <a:gd name="connsiteX8" fmla="*/ 473561 w 1577004"/>
                  <a:gd name="connsiteY8" fmla="*/ 46232 h 3182210"/>
                  <a:gd name="connsiteX0" fmla="*/ 473561 w 1577004"/>
                  <a:gd name="connsiteY0" fmla="*/ 77283 h 3213261"/>
                  <a:gd name="connsiteX1" fmla="*/ 1336258 w 1577004"/>
                  <a:gd name="connsiteY1" fmla="*/ 232848 h 3213261"/>
                  <a:gd name="connsiteX2" fmla="*/ 1481311 w 1577004"/>
                  <a:gd name="connsiteY2" fmla="*/ 914911 h 3213261"/>
                  <a:gd name="connsiteX3" fmla="*/ 1577004 w 1577004"/>
                  <a:gd name="connsiteY3" fmla="*/ 3213261 h 3213261"/>
                  <a:gd name="connsiteX4" fmla="*/ 1577004 w 1577004"/>
                  <a:gd name="connsiteY4" fmla="*/ 3213261 h 3213261"/>
                  <a:gd name="connsiteX5" fmla="*/ 965004 w 1577004"/>
                  <a:gd name="connsiteY5" fmla="*/ 3213261 h 3213261"/>
                  <a:gd name="connsiteX6" fmla="*/ 965004 w 1577004"/>
                  <a:gd name="connsiteY6" fmla="*/ 3213261 h 3213261"/>
                  <a:gd name="connsiteX7" fmla="*/ 837413 w 1577004"/>
                  <a:gd name="connsiteY7" fmla="*/ 999972 h 3213261"/>
                  <a:gd name="connsiteX8" fmla="*/ 251737 w 1577004"/>
                  <a:gd name="connsiteY8" fmla="*/ 1391796 h 3213261"/>
                  <a:gd name="connsiteX9" fmla="*/ 473561 w 1577004"/>
                  <a:gd name="connsiteY9" fmla="*/ 77283 h 3213261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368156 w 1577004"/>
                  <a:gd name="connsiteY2" fmla="*/ 294550 h 3211167"/>
                  <a:gd name="connsiteX3" fmla="*/ 1481311 w 1577004"/>
                  <a:gd name="connsiteY3" fmla="*/ 912817 h 3211167"/>
                  <a:gd name="connsiteX4" fmla="*/ 1577004 w 1577004"/>
                  <a:gd name="connsiteY4" fmla="*/ 3211167 h 3211167"/>
                  <a:gd name="connsiteX5" fmla="*/ 1577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965004 w 1577004"/>
                  <a:gd name="connsiteY7" fmla="*/ 3211167 h 3211167"/>
                  <a:gd name="connsiteX8" fmla="*/ 837413 w 1577004"/>
                  <a:gd name="connsiteY8" fmla="*/ 997878 h 3211167"/>
                  <a:gd name="connsiteX9" fmla="*/ 251737 w 1577004"/>
                  <a:gd name="connsiteY9" fmla="*/ 1389702 h 3211167"/>
                  <a:gd name="connsiteX10" fmla="*/ 473561 w 1577004"/>
                  <a:gd name="connsiteY10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368156 w 1577004"/>
                  <a:gd name="connsiteY2" fmla="*/ 294550 h 3211167"/>
                  <a:gd name="connsiteX3" fmla="*/ 1481311 w 1577004"/>
                  <a:gd name="connsiteY3" fmla="*/ 912817 h 3211167"/>
                  <a:gd name="connsiteX4" fmla="*/ 1577004 w 1577004"/>
                  <a:gd name="connsiteY4" fmla="*/ 3211167 h 3211167"/>
                  <a:gd name="connsiteX5" fmla="*/ 1577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965004 w 1577004"/>
                  <a:gd name="connsiteY7" fmla="*/ 3211167 h 3211167"/>
                  <a:gd name="connsiteX8" fmla="*/ 837413 w 1577004"/>
                  <a:gd name="connsiteY8" fmla="*/ 997878 h 3211167"/>
                  <a:gd name="connsiteX9" fmla="*/ 251737 w 1577004"/>
                  <a:gd name="connsiteY9" fmla="*/ 1389702 h 3211167"/>
                  <a:gd name="connsiteX10" fmla="*/ 473561 w 1577004"/>
                  <a:gd name="connsiteY10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10211 h 3146189"/>
                  <a:gd name="connsiteX1" fmla="*/ 1481311 w 1577004"/>
                  <a:gd name="connsiteY1" fmla="*/ 847839 h 3146189"/>
                  <a:gd name="connsiteX2" fmla="*/ 1577004 w 1577004"/>
                  <a:gd name="connsiteY2" fmla="*/ 3146189 h 3146189"/>
                  <a:gd name="connsiteX3" fmla="*/ 1577004 w 1577004"/>
                  <a:gd name="connsiteY3" fmla="*/ 3146189 h 3146189"/>
                  <a:gd name="connsiteX4" fmla="*/ 965004 w 1577004"/>
                  <a:gd name="connsiteY4" fmla="*/ 3146189 h 3146189"/>
                  <a:gd name="connsiteX5" fmla="*/ 965004 w 1577004"/>
                  <a:gd name="connsiteY5" fmla="*/ 3146189 h 3146189"/>
                  <a:gd name="connsiteX6" fmla="*/ 837413 w 1577004"/>
                  <a:gd name="connsiteY6" fmla="*/ 932900 h 3146189"/>
                  <a:gd name="connsiteX7" fmla="*/ 251737 w 1577004"/>
                  <a:gd name="connsiteY7" fmla="*/ 1324724 h 3146189"/>
                  <a:gd name="connsiteX8" fmla="*/ 473561 w 1577004"/>
                  <a:gd name="connsiteY8" fmla="*/ 10211 h 3146189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37413 w 1577004"/>
                  <a:gd name="connsiteY6" fmla="*/ 1004433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79944 w 1577004"/>
                  <a:gd name="connsiteY6" fmla="*/ 1068228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79944 w 1577004"/>
                  <a:gd name="connsiteY6" fmla="*/ 1068228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79944 w 1577004"/>
                  <a:gd name="connsiteY6" fmla="*/ 1068228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38277 w 1577004"/>
                  <a:gd name="connsiteY2" fmla="*/ 960324 h 3217722"/>
                  <a:gd name="connsiteX3" fmla="*/ 1577004 w 1577004"/>
                  <a:gd name="connsiteY3" fmla="*/ 3217722 h 3217722"/>
                  <a:gd name="connsiteX4" fmla="*/ 1577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965004 w 1577004"/>
                  <a:gd name="connsiteY6" fmla="*/ 3217722 h 3217722"/>
                  <a:gd name="connsiteX7" fmla="*/ 879944 w 1577004"/>
                  <a:gd name="connsiteY7" fmla="*/ 1068228 h 3217722"/>
                  <a:gd name="connsiteX8" fmla="*/ 251737 w 1577004"/>
                  <a:gd name="connsiteY8" fmla="*/ 1396257 h 3217722"/>
                  <a:gd name="connsiteX9" fmla="*/ 473561 w 1577004"/>
                  <a:gd name="connsiteY9" fmla="*/ 81744 h 3217722"/>
                  <a:gd name="connsiteX0" fmla="*/ 473561 w 1577004"/>
                  <a:gd name="connsiteY0" fmla="*/ 88256 h 3224234"/>
                  <a:gd name="connsiteX1" fmla="*/ 1481311 w 1577004"/>
                  <a:gd name="connsiteY1" fmla="*/ 904619 h 3224234"/>
                  <a:gd name="connsiteX2" fmla="*/ 1538277 w 1577004"/>
                  <a:gd name="connsiteY2" fmla="*/ 966836 h 3224234"/>
                  <a:gd name="connsiteX3" fmla="*/ 1577004 w 1577004"/>
                  <a:gd name="connsiteY3" fmla="*/ 3224234 h 3224234"/>
                  <a:gd name="connsiteX4" fmla="*/ 1577004 w 1577004"/>
                  <a:gd name="connsiteY4" fmla="*/ 3224234 h 3224234"/>
                  <a:gd name="connsiteX5" fmla="*/ 965004 w 1577004"/>
                  <a:gd name="connsiteY5" fmla="*/ 3224234 h 3224234"/>
                  <a:gd name="connsiteX6" fmla="*/ 965004 w 1577004"/>
                  <a:gd name="connsiteY6" fmla="*/ 3224234 h 3224234"/>
                  <a:gd name="connsiteX7" fmla="*/ 879944 w 1577004"/>
                  <a:gd name="connsiteY7" fmla="*/ 1074740 h 3224234"/>
                  <a:gd name="connsiteX8" fmla="*/ 251737 w 1577004"/>
                  <a:gd name="connsiteY8" fmla="*/ 1402769 h 3224234"/>
                  <a:gd name="connsiteX9" fmla="*/ 473561 w 1577004"/>
                  <a:gd name="connsiteY9" fmla="*/ 88256 h 3224234"/>
                  <a:gd name="connsiteX0" fmla="*/ 473561 w 1577004"/>
                  <a:gd name="connsiteY0" fmla="*/ 88256 h 3224234"/>
                  <a:gd name="connsiteX1" fmla="*/ 1481311 w 1577004"/>
                  <a:gd name="connsiteY1" fmla="*/ 904619 h 3224234"/>
                  <a:gd name="connsiteX2" fmla="*/ 1538277 w 1577004"/>
                  <a:gd name="connsiteY2" fmla="*/ 966836 h 3224234"/>
                  <a:gd name="connsiteX3" fmla="*/ 1577004 w 1577004"/>
                  <a:gd name="connsiteY3" fmla="*/ 3224234 h 3224234"/>
                  <a:gd name="connsiteX4" fmla="*/ 1577004 w 1577004"/>
                  <a:gd name="connsiteY4" fmla="*/ 3224234 h 3224234"/>
                  <a:gd name="connsiteX5" fmla="*/ 965004 w 1577004"/>
                  <a:gd name="connsiteY5" fmla="*/ 3224234 h 3224234"/>
                  <a:gd name="connsiteX6" fmla="*/ 965004 w 1577004"/>
                  <a:gd name="connsiteY6" fmla="*/ 3224234 h 3224234"/>
                  <a:gd name="connsiteX7" fmla="*/ 879944 w 1577004"/>
                  <a:gd name="connsiteY7" fmla="*/ 1074740 h 3224234"/>
                  <a:gd name="connsiteX8" fmla="*/ 251737 w 1577004"/>
                  <a:gd name="connsiteY8" fmla="*/ 1402769 h 3224234"/>
                  <a:gd name="connsiteX9" fmla="*/ 473561 w 1577004"/>
                  <a:gd name="connsiteY9" fmla="*/ 88256 h 3224234"/>
                  <a:gd name="connsiteX0" fmla="*/ 473561 w 1577004"/>
                  <a:gd name="connsiteY0" fmla="*/ 8062 h 3144040"/>
                  <a:gd name="connsiteX1" fmla="*/ 1538277 w 1577004"/>
                  <a:gd name="connsiteY1" fmla="*/ 886642 h 3144040"/>
                  <a:gd name="connsiteX2" fmla="*/ 1577004 w 1577004"/>
                  <a:gd name="connsiteY2" fmla="*/ 3144040 h 3144040"/>
                  <a:gd name="connsiteX3" fmla="*/ 1577004 w 1577004"/>
                  <a:gd name="connsiteY3" fmla="*/ 3144040 h 3144040"/>
                  <a:gd name="connsiteX4" fmla="*/ 965004 w 1577004"/>
                  <a:gd name="connsiteY4" fmla="*/ 3144040 h 3144040"/>
                  <a:gd name="connsiteX5" fmla="*/ 965004 w 1577004"/>
                  <a:gd name="connsiteY5" fmla="*/ 3144040 h 3144040"/>
                  <a:gd name="connsiteX6" fmla="*/ 879944 w 1577004"/>
                  <a:gd name="connsiteY6" fmla="*/ 994546 h 3144040"/>
                  <a:gd name="connsiteX7" fmla="*/ 251737 w 1577004"/>
                  <a:gd name="connsiteY7" fmla="*/ 1322575 h 3144040"/>
                  <a:gd name="connsiteX8" fmla="*/ 473561 w 1577004"/>
                  <a:gd name="connsiteY8" fmla="*/ 8062 h 3144040"/>
                  <a:gd name="connsiteX0" fmla="*/ 473561 w 1577004"/>
                  <a:gd name="connsiteY0" fmla="*/ 16144 h 3152122"/>
                  <a:gd name="connsiteX1" fmla="*/ 1538277 w 1577004"/>
                  <a:gd name="connsiteY1" fmla="*/ 894724 h 3152122"/>
                  <a:gd name="connsiteX2" fmla="*/ 1577004 w 1577004"/>
                  <a:gd name="connsiteY2" fmla="*/ 3152122 h 3152122"/>
                  <a:gd name="connsiteX3" fmla="*/ 1577004 w 1577004"/>
                  <a:gd name="connsiteY3" fmla="*/ 3152122 h 3152122"/>
                  <a:gd name="connsiteX4" fmla="*/ 965004 w 1577004"/>
                  <a:gd name="connsiteY4" fmla="*/ 3152122 h 3152122"/>
                  <a:gd name="connsiteX5" fmla="*/ 965004 w 1577004"/>
                  <a:gd name="connsiteY5" fmla="*/ 3152122 h 3152122"/>
                  <a:gd name="connsiteX6" fmla="*/ 879944 w 1577004"/>
                  <a:gd name="connsiteY6" fmla="*/ 1002628 h 3152122"/>
                  <a:gd name="connsiteX7" fmla="*/ 251737 w 1577004"/>
                  <a:gd name="connsiteY7" fmla="*/ 1330657 h 3152122"/>
                  <a:gd name="connsiteX8" fmla="*/ 473561 w 1577004"/>
                  <a:gd name="connsiteY8" fmla="*/ 16144 h 3152122"/>
                  <a:gd name="connsiteX0" fmla="*/ 473561 w 1577004"/>
                  <a:gd name="connsiteY0" fmla="*/ 30120 h 3166098"/>
                  <a:gd name="connsiteX1" fmla="*/ 1538277 w 1577004"/>
                  <a:gd name="connsiteY1" fmla="*/ 908700 h 3166098"/>
                  <a:gd name="connsiteX2" fmla="*/ 1577004 w 1577004"/>
                  <a:gd name="connsiteY2" fmla="*/ 3166098 h 3166098"/>
                  <a:gd name="connsiteX3" fmla="*/ 1577004 w 1577004"/>
                  <a:gd name="connsiteY3" fmla="*/ 3166098 h 3166098"/>
                  <a:gd name="connsiteX4" fmla="*/ 965004 w 1577004"/>
                  <a:gd name="connsiteY4" fmla="*/ 3166098 h 3166098"/>
                  <a:gd name="connsiteX5" fmla="*/ 965004 w 1577004"/>
                  <a:gd name="connsiteY5" fmla="*/ 3166098 h 3166098"/>
                  <a:gd name="connsiteX6" fmla="*/ 879944 w 1577004"/>
                  <a:gd name="connsiteY6" fmla="*/ 1016604 h 3166098"/>
                  <a:gd name="connsiteX7" fmla="*/ 251737 w 1577004"/>
                  <a:gd name="connsiteY7" fmla="*/ 1344633 h 3166098"/>
                  <a:gd name="connsiteX8" fmla="*/ 473561 w 1577004"/>
                  <a:gd name="connsiteY8" fmla="*/ 30120 h 3166098"/>
                  <a:gd name="connsiteX0" fmla="*/ 473561 w 1577004"/>
                  <a:gd name="connsiteY0" fmla="*/ 30120 h 3166098"/>
                  <a:gd name="connsiteX1" fmla="*/ 1538277 w 1577004"/>
                  <a:gd name="connsiteY1" fmla="*/ 908700 h 3166098"/>
                  <a:gd name="connsiteX2" fmla="*/ 1577004 w 1577004"/>
                  <a:gd name="connsiteY2" fmla="*/ 3166098 h 3166098"/>
                  <a:gd name="connsiteX3" fmla="*/ 1577004 w 1577004"/>
                  <a:gd name="connsiteY3" fmla="*/ 3166098 h 3166098"/>
                  <a:gd name="connsiteX4" fmla="*/ 965004 w 1577004"/>
                  <a:gd name="connsiteY4" fmla="*/ 3166098 h 3166098"/>
                  <a:gd name="connsiteX5" fmla="*/ 965004 w 1577004"/>
                  <a:gd name="connsiteY5" fmla="*/ 3166098 h 3166098"/>
                  <a:gd name="connsiteX6" fmla="*/ 879944 w 1577004"/>
                  <a:gd name="connsiteY6" fmla="*/ 1016604 h 3166098"/>
                  <a:gd name="connsiteX7" fmla="*/ 251737 w 1577004"/>
                  <a:gd name="connsiteY7" fmla="*/ 1344633 h 3166098"/>
                  <a:gd name="connsiteX8" fmla="*/ 473561 w 1577004"/>
                  <a:gd name="connsiteY8" fmla="*/ 30120 h 3166098"/>
                  <a:gd name="connsiteX0" fmla="*/ 473561 w 1577004"/>
                  <a:gd name="connsiteY0" fmla="*/ 30120 h 3166098"/>
                  <a:gd name="connsiteX1" fmla="*/ 1538277 w 1577004"/>
                  <a:gd name="connsiteY1" fmla="*/ 908700 h 3166098"/>
                  <a:gd name="connsiteX2" fmla="*/ 1577004 w 1577004"/>
                  <a:gd name="connsiteY2" fmla="*/ 3166098 h 3166098"/>
                  <a:gd name="connsiteX3" fmla="*/ 1577004 w 1577004"/>
                  <a:gd name="connsiteY3" fmla="*/ 3166098 h 3166098"/>
                  <a:gd name="connsiteX4" fmla="*/ 965004 w 1577004"/>
                  <a:gd name="connsiteY4" fmla="*/ 3166098 h 3166098"/>
                  <a:gd name="connsiteX5" fmla="*/ 965004 w 1577004"/>
                  <a:gd name="connsiteY5" fmla="*/ 3166098 h 3166098"/>
                  <a:gd name="connsiteX6" fmla="*/ 879944 w 1577004"/>
                  <a:gd name="connsiteY6" fmla="*/ 1016604 h 3166098"/>
                  <a:gd name="connsiteX7" fmla="*/ 251737 w 1577004"/>
                  <a:gd name="connsiteY7" fmla="*/ 1344633 h 3166098"/>
                  <a:gd name="connsiteX8" fmla="*/ 473561 w 1577004"/>
                  <a:gd name="connsiteY8" fmla="*/ 30120 h 3166098"/>
                  <a:gd name="connsiteX0" fmla="*/ 488521 w 1591964"/>
                  <a:gd name="connsiteY0" fmla="*/ 30120 h 3166098"/>
                  <a:gd name="connsiteX1" fmla="*/ 1553237 w 1591964"/>
                  <a:gd name="connsiteY1" fmla="*/ 908700 h 3166098"/>
                  <a:gd name="connsiteX2" fmla="*/ 1591964 w 1591964"/>
                  <a:gd name="connsiteY2" fmla="*/ 3166098 h 3166098"/>
                  <a:gd name="connsiteX3" fmla="*/ 1591964 w 1591964"/>
                  <a:gd name="connsiteY3" fmla="*/ 3166098 h 3166098"/>
                  <a:gd name="connsiteX4" fmla="*/ 979964 w 1591964"/>
                  <a:gd name="connsiteY4" fmla="*/ 3166098 h 3166098"/>
                  <a:gd name="connsiteX5" fmla="*/ 979964 w 1591964"/>
                  <a:gd name="connsiteY5" fmla="*/ 3166098 h 3166098"/>
                  <a:gd name="connsiteX6" fmla="*/ 894904 w 1591964"/>
                  <a:gd name="connsiteY6" fmla="*/ 1016604 h 3166098"/>
                  <a:gd name="connsiteX7" fmla="*/ 266697 w 1591964"/>
                  <a:gd name="connsiteY7" fmla="*/ 1344633 h 3166098"/>
                  <a:gd name="connsiteX8" fmla="*/ 488521 w 1591964"/>
                  <a:gd name="connsiteY8" fmla="*/ 30120 h 3166098"/>
                  <a:gd name="connsiteX0" fmla="*/ 488521 w 1591964"/>
                  <a:gd name="connsiteY0" fmla="*/ 9506 h 3145484"/>
                  <a:gd name="connsiteX1" fmla="*/ 1553237 w 1591964"/>
                  <a:gd name="connsiteY1" fmla="*/ 888086 h 3145484"/>
                  <a:gd name="connsiteX2" fmla="*/ 1591964 w 1591964"/>
                  <a:gd name="connsiteY2" fmla="*/ 3145484 h 3145484"/>
                  <a:gd name="connsiteX3" fmla="*/ 1591964 w 1591964"/>
                  <a:gd name="connsiteY3" fmla="*/ 3145484 h 3145484"/>
                  <a:gd name="connsiteX4" fmla="*/ 979964 w 1591964"/>
                  <a:gd name="connsiteY4" fmla="*/ 3145484 h 3145484"/>
                  <a:gd name="connsiteX5" fmla="*/ 979964 w 1591964"/>
                  <a:gd name="connsiteY5" fmla="*/ 3145484 h 3145484"/>
                  <a:gd name="connsiteX6" fmla="*/ 894904 w 1591964"/>
                  <a:gd name="connsiteY6" fmla="*/ 995990 h 3145484"/>
                  <a:gd name="connsiteX7" fmla="*/ 266697 w 1591964"/>
                  <a:gd name="connsiteY7" fmla="*/ 1324019 h 3145484"/>
                  <a:gd name="connsiteX8" fmla="*/ 488521 w 1591964"/>
                  <a:gd name="connsiteY8" fmla="*/ 9506 h 3145484"/>
                  <a:gd name="connsiteX0" fmla="*/ 496444 w 1599887"/>
                  <a:gd name="connsiteY0" fmla="*/ 9506 h 3145484"/>
                  <a:gd name="connsiteX1" fmla="*/ 1561160 w 1599887"/>
                  <a:gd name="connsiteY1" fmla="*/ 888086 h 3145484"/>
                  <a:gd name="connsiteX2" fmla="*/ 1599887 w 1599887"/>
                  <a:gd name="connsiteY2" fmla="*/ 3145484 h 3145484"/>
                  <a:gd name="connsiteX3" fmla="*/ 1599887 w 1599887"/>
                  <a:gd name="connsiteY3" fmla="*/ 3145484 h 3145484"/>
                  <a:gd name="connsiteX4" fmla="*/ 987887 w 1599887"/>
                  <a:gd name="connsiteY4" fmla="*/ 3145484 h 3145484"/>
                  <a:gd name="connsiteX5" fmla="*/ 987887 w 1599887"/>
                  <a:gd name="connsiteY5" fmla="*/ 3145484 h 3145484"/>
                  <a:gd name="connsiteX6" fmla="*/ 902827 w 1599887"/>
                  <a:gd name="connsiteY6" fmla="*/ 995990 h 3145484"/>
                  <a:gd name="connsiteX7" fmla="*/ 274620 w 1599887"/>
                  <a:gd name="connsiteY7" fmla="*/ 1324019 h 3145484"/>
                  <a:gd name="connsiteX8" fmla="*/ 496444 w 1599887"/>
                  <a:gd name="connsiteY8" fmla="*/ 9506 h 3145484"/>
                  <a:gd name="connsiteX0" fmla="*/ 503267 w 1597185"/>
                  <a:gd name="connsiteY0" fmla="*/ 5188 h 3203079"/>
                  <a:gd name="connsiteX1" fmla="*/ 1558458 w 1597185"/>
                  <a:gd name="connsiteY1" fmla="*/ 945681 h 3203079"/>
                  <a:gd name="connsiteX2" fmla="*/ 1597185 w 1597185"/>
                  <a:gd name="connsiteY2" fmla="*/ 3203079 h 3203079"/>
                  <a:gd name="connsiteX3" fmla="*/ 1597185 w 1597185"/>
                  <a:gd name="connsiteY3" fmla="*/ 3203079 h 3203079"/>
                  <a:gd name="connsiteX4" fmla="*/ 985185 w 1597185"/>
                  <a:gd name="connsiteY4" fmla="*/ 3203079 h 3203079"/>
                  <a:gd name="connsiteX5" fmla="*/ 985185 w 1597185"/>
                  <a:gd name="connsiteY5" fmla="*/ 3203079 h 3203079"/>
                  <a:gd name="connsiteX6" fmla="*/ 900125 w 1597185"/>
                  <a:gd name="connsiteY6" fmla="*/ 1053585 h 3203079"/>
                  <a:gd name="connsiteX7" fmla="*/ 271918 w 1597185"/>
                  <a:gd name="connsiteY7" fmla="*/ 1381614 h 3203079"/>
                  <a:gd name="connsiteX8" fmla="*/ 503267 w 1597185"/>
                  <a:gd name="connsiteY8" fmla="*/ 5188 h 3203079"/>
                  <a:gd name="connsiteX0" fmla="*/ 503267 w 1597185"/>
                  <a:gd name="connsiteY0" fmla="*/ 5413 h 3203304"/>
                  <a:gd name="connsiteX1" fmla="*/ 1558458 w 1597185"/>
                  <a:gd name="connsiteY1" fmla="*/ 945906 h 3203304"/>
                  <a:gd name="connsiteX2" fmla="*/ 1597185 w 1597185"/>
                  <a:gd name="connsiteY2" fmla="*/ 3203304 h 3203304"/>
                  <a:gd name="connsiteX3" fmla="*/ 1597185 w 1597185"/>
                  <a:gd name="connsiteY3" fmla="*/ 3203304 h 3203304"/>
                  <a:gd name="connsiteX4" fmla="*/ 985185 w 1597185"/>
                  <a:gd name="connsiteY4" fmla="*/ 3203304 h 3203304"/>
                  <a:gd name="connsiteX5" fmla="*/ 985185 w 1597185"/>
                  <a:gd name="connsiteY5" fmla="*/ 3203304 h 3203304"/>
                  <a:gd name="connsiteX6" fmla="*/ 900125 w 1597185"/>
                  <a:gd name="connsiteY6" fmla="*/ 1053810 h 3203304"/>
                  <a:gd name="connsiteX7" fmla="*/ 271918 w 1597185"/>
                  <a:gd name="connsiteY7" fmla="*/ 1381839 h 3203304"/>
                  <a:gd name="connsiteX8" fmla="*/ 503267 w 1597185"/>
                  <a:gd name="connsiteY8" fmla="*/ 5413 h 3203304"/>
                  <a:gd name="connsiteX0" fmla="*/ 644333 w 1552513"/>
                  <a:gd name="connsiteY0" fmla="*/ 4742 h 3216920"/>
                  <a:gd name="connsiteX1" fmla="*/ 1513786 w 1552513"/>
                  <a:gd name="connsiteY1" fmla="*/ 959522 h 3216920"/>
                  <a:gd name="connsiteX2" fmla="*/ 1552513 w 1552513"/>
                  <a:gd name="connsiteY2" fmla="*/ 3216920 h 3216920"/>
                  <a:gd name="connsiteX3" fmla="*/ 1552513 w 1552513"/>
                  <a:gd name="connsiteY3" fmla="*/ 3216920 h 3216920"/>
                  <a:gd name="connsiteX4" fmla="*/ 940513 w 1552513"/>
                  <a:gd name="connsiteY4" fmla="*/ 3216920 h 3216920"/>
                  <a:gd name="connsiteX5" fmla="*/ 940513 w 1552513"/>
                  <a:gd name="connsiteY5" fmla="*/ 3216920 h 3216920"/>
                  <a:gd name="connsiteX6" fmla="*/ 855453 w 1552513"/>
                  <a:gd name="connsiteY6" fmla="*/ 1067426 h 3216920"/>
                  <a:gd name="connsiteX7" fmla="*/ 227246 w 1552513"/>
                  <a:gd name="connsiteY7" fmla="*/ 1395455 h 3216920"/>
                  <a:gd name="connsiteX8" fmla="*/ 644333 w 1552513"/>
                  <a:gd name="connsiteY8" fmla="*/ 4742 h 3216920"/>
                  <a:gd name="connsiteX0" fmla="*/ 693588 w 1601768"/>
                  <a:gd name="connsiteY0" fmla="*/ 4742 h 3216920"/>
                  <a:gd name="connsiteX1" fmla="*/ 1563041 w 1601768"/>
                  <a:gd name="connsiteY1" fmla="*/ 959522 h 3216920"/>
                  <a:gd name="connsiteX2" fmla="*/ 1601768 w 1601768"/>
                  <a:gd name="connsiteY2" fmla="*/ 3216920 h 3216920"/>
                  <a:gd name="connsiteX3" fmla="*/ 1601768 w 1601768"/>
                  <a:gd name="connsiteY3" fmla="*/ 3216920 h 3216920"/>
                  <a:gd name="connsiteX4" fmla="*/ 989768 w 1601768"/>
                  <a:gd name="connsiteY4" fmla="*/ 3216920 h 3216920"/>
                  <a:gd name="connsiteX5" fmla="*/ 989768 w 1601768"/>
                  <a:gd name="connsiteY5" fmla="*/ 3216920 h 3216920"/>
                  <a:gd name="connsiteX6" fmla="*/ 904708 w 1601768"/>
                  <a:gd name="connsiteY6" fmla="*/ 1067426 h 3216920"/>
                  <a:gd name="connsiteX7" fmla="*/ 276501 w 1601768"/>
                  <a:gd name="connsiteY7" fmla="*/ 1395455 h 3216920"/>
                  <a:gd name="connsiteX8" fmla="*/ 693588 w 1601768"/>
                  <a:gd name="connsiteY8" fmla="*/ 4742 h 3216920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119 h 3212297"/>
                  <a:gd name="connsiteX1" fmla="*/ 1563041 w 1601768"/>
                  <a:gd name="connsiteY1" fmla="*/ 954899 h 3212297"/>
                  <a:gd name="connsiteX2" fmla="*/ 1601768 w 1601768"/>
                  <a:gd name="connsiteY2" fmla="*/ 3212297 h 3212297"/>
                  <a:gd name="connsiteX3" fmla="*/ 1601768 w 1601768"/>
                  <a:gd name="connsiteY3" fmla="*/ 3212297 h 3212297"/>
                  <a:gd name="connsiteX4" fmla="*/ 989768 w 1601768"/>
                  <a:gd name="connsiteY4" fmla="*/ 3212297 h 3212297"/>
                  <a:gd name="connsiteX5" fmla="*/ 989768 w 1601768"/>
                  <a:gd name="connsiteY5" fmla="*/ 3212297 h 3212297"/>
                  <a:gd name="connsiteX6" fmla="*/ 904708 w 1601768"/>
                  <a:gd name="connsiteY6" fmla="*/ 1062803 h 3212297"/>
                  <a:gd name="connsiteX7" fmla="*/ 276501 w 1601768"/>
                  <a:gd name="connsiteY7" fmla="*/ 1390832 h 3212297"/>
                  <a:gd name="connsiteX8" fmla="*/ 693588 w 1601768"/>
                  <a:gd name="connsiteY8" fmla="*/ 119 h 3212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01768" h="3212297">
                    <a:moveTo>
                      <a:pt x="693588" y="119"/>
                    </a:moveTo>
                    <a:cubicBezTo>
                      <a:pt x="979449" y="3664"/>
                      <a:pt x="1431633" y="-71482"/>
                      <a:pt x="1563041" y="954899"/>
                    </a:cubicBezTo>
                    <a:lnTo>
                      <a:pt x="1601768" y="3212297"/>
                    </a:lnTo>
                    <a:lnTo>
                      <a:pt x="1601768" y="3212297"/>
                    </a:lnTo>
                    <a:lnTo>
                      <a:pt x="989768" y="3212297"/>
                    </a:lnTo>
                    <a:lnTo>
                      <a:pt x="989768" y="3212297"/>
                    </a:lnTo>
                    <a:cubicBezTo>
                      <a:pt x="961415" y="2495799"/>
                      <a:pt x="964958" y="1779301"/>
                      <a:pt x="904708" y="1062803"/>
                    </a:cubicBezTo>
                    <a:cubicBezTo>
                      <a:pt x="781622" y="431278"/>
                      <a:pt x="46520" y="738644"/>
                      <a:pt x="276501" y="1390832"/>
                    </a:cubicBezTo>
                    <a:cubicBezTo>
                      <a:pt x="-283870" y="827698"/>
                      <a:pt x="84955" y="-9337"/>
                      <a:pt x="693588" y="1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15" name="Frame 1">
              <a:extLst>
                <a:ext uri="{FF2B5EF4-FFF2-40B4-BE49-F238E27FC236}">
                  <a16:creationId xmlns="" xmlns:a16="http://schemas.microsoft.com/office/drawing/2014/main" id="{2572D0B9-91BB-46BE-BE73-83A5DE078817}"/>
                </a:ext>
              </a:extLst>
            </p:cNvPr>
            <p:cNvSpPr/>
            <p:nvPr/>
          </p:nvSpPr>
          <p:spPr>
            <a:xfrm>
              <a:off x="3459679" y="2564932"/>
              <a:ext cx="981073" cy="1325555"/>
            </a:xfrm>
            <a:custGeom>
              <a:avLst/>
              <a:gdLst/>
              <a:ahLst/>
              <a:cxnLst/>
              <a:rect l="l" t="t" r="r" b="b"/>
              <a:pathLst>
                <a:path w="2823581" h="3962432">
                  <a:moveTo>
                    <a:pt x="1366785" y="3230945"/>
                  </a:moveTo>
                  <a:cubicBezTo>
                    <a:pt x="1292218" y="3230945"/>
                    <a:pt x="1231770" y="3291393"/>
                    <a:pt x="1231770" y="3365960"/>
                  </a:cubicBezTo>
                  <a:cubicBezTo>
                    <a:pt x="1231770" y="3440527"/>
                    <a:pt x="1292218" y="3500975"/>
                    <a:pt x="1366785" y="3500975"/>
                  </a:cubicBezTo>
                  <a:cubicBezTo>
                    <a:pt x="1441352" y="3500975"/>
                    <a:pt x="1501800" y="3440527"/>
                    <a:pt x="1501800" y="3365960"/>
                  </a:cubicBezTo>
                  <a:cubicBezTo>
                    <a:pt x="1501800" y="3291393"/>
                    <a:pt x="1441352" y="3230945"/>
                    <a:pt x="1366785" y="3230945"/>
                  </a:cubicBezTo>
                  <a:close/>
                  <a:moveTo>
                    <a:pt x="1699205" y="3185940"/>
                  </a:moveTo>
                  <a:cubicBezTo>
                    <a:pt x="1674349" y="3185940"/>
                    <a:pt x="1654200" y="3206089"/>
                    <a:pt x="1654200" y="3230945"/>
                  </a:cubicBezTo>
                  <a:cubicBezTo>
                    <a:pt x="1654200" y="3255801"/>
                    <a:pt x="1674349" y="3275950"/>
                    <a:pt x="1699205" y="3275950"/>
                  </a:cubicBezTo>
                  <a:cubicBezTo>
                    <a:pt x="1724061" y="3275950"/>
                    <a:pt x="1744210" y="3255801"/>
                    <a:pt x="1744210" y="3230945"/>
                  </a:cubicBezTo>
                  <a:cubicBezTo>
                    <a:pt x="1744210" y="3206089"/>
                    <a:pt x="1724061" y="3185940"/>
                    <a:pt x="1699205" y="3185940"/>
                  </a:cubicBezTo>
                  <a:close/>
                  <a:moveTo>
                    <a:pt x="1501800" y="2830204"/>
                  </a:moveTo>
                  <a:cubicBezTo>
                    <a:pt x="1452089" y="2830204"/>
                    <a:pt x="1411790" y="2870503"/>
                    <a:pt x="1411790" y="2920214"/>
                  </a:cubicBezTo>
                  <a:cubicBezTo>
                    <a:pt x="1411790" y="2969925"/>
                    <a:pt x="1452089" y="3010224"/>
                    <a:pt x="1501800" y="3010224"/>
                  </a:cubicBezTo>
                  <a:cubicBezTo>
                    <a:pt x="1551511" y="3010224"/>
                    <a:pt x="1591810" y="2969925"/>
                    <a:pt x="1591810" y="2920214"/>
                  </a:cubicBezTo>
                  <a:cubicBezTo>
                    <a:pt x="1591810" y="2870503"/>
                    <a:pt x="1551511" y="2830204"/>
                    <a:pt x="1501800" y="2830204"/>
                  </a:cubicBezTo>
                  <a:close/>
                  <a:moveTo>
                    <a:pt x="322536" y="2413264"/>
                  </a:moveTo>
                  <a:lnTo>
                    <a:pt x="1264147" y="2413264"/>
                  </a:lnTo>
                  <a:lnTo>
                    <a:pt x="682536" y="3458376"/>
                  </a:lnTo>
                  <a:lnTo>
                    <a:pt x="898974" y="3458376"/>
                  </a:lnTo>
                  <a:lnTo>
                    <a:pt x="1480585" y="2413264"/>
                  </a:lnTo>
                  <a:lnTo>
                    <a:pt x="1978720" y="2413264"/>
                  </a:lnTo>
                  <a:lnTo>
                    <a:pt x="1978720" y="3628270"/>
                  </a:lnTo>
                  <a:lnTo>
                    <a:pt x="322536" y="3628270"/>
                  </a:lnTo>
                  <a:close/>
                  <a:moveTo>
                    <a:pt x="322536" y="2153598"/>
                  </a:moveTo>
                  <a:lnTo>
                    <a:pt x="682536" y="2153598"/>
                  </a:lnTo>
                  <a:lnTo>
                    <a:pt x="682536" y="2261598"/>
                  </a:lnTo>
                  <a:lnTo>
                    <a:pt x="322536" y="2261598"/>
                  </a:lnTo>
                  <a:close/>
                  <a:moveTo>
                    <a:pt x="322536" y="1870494"/>
                  </a:moveTo>
                  <a:lnTo>
                    <a:pt x="826536" y="1870494"/>
                  </a:lnTo>
                  <a:lnTo>
                    <a:pt x="826536" y="1978494"/>
                  </a:lnTo>
                  <a:lnTo>
                    <a:pt x="322536" y="1978494"/>
                  </a:lnTo>
                  <a:close/>
                  <a:moveTo>
                    <a:pt x="322536" y="1587391"/>
                  </a:moveTo>
                  <a:lnTo>
                    <a:pt x="682536" y="1587391"/>
                  </a:lnTo>
                  <a:lnTo>
                    <a:pt x="682536" y="1695391"/>
                  </a:lnTo>
                  <a:lnTo>
                    <a:pt x="322536" y="1695391"/>
                  </a:lnTo>
                  <a:close/>
                  <a:moveTo>
                    <a:pt x="322536" y="1304288"/>
                  </a:moveTo>
                  <a:lnTo>
                    <a:pt x="826536" y="1304288"/>
                  </a:lnTo>
                  <a:lnTo>
                    <a:pt x="826536" y="1412288"/>
                  </a:lnTo>
                  <a:lnTo>
                    <a:pt x="322536" y="1412288"/>
                  </a:lnTo>
                  <a:close/>
                  <a:moveTo>
                    <a:pt x="1733633" y="1039034"/>
                  </a:moveTo>
                  <a:lnTo>
                    <a:pt x="1735422" y="1042133"/>
                  </a:lnTo>
                  <a:lnTo>
                    <a:pt x="176045" y="1042133"/>
                  </a:lnTo>
                  <a:lnTo>
                    <a:pt x="176045" y="3786387"/>
                  </a:lnTo>
                  <a:lnTo>
                    <a:pt x="2128211" y="3786387"/>
                  </a:lnTo>
                  <a:lnTo>
                    <a:pt x="2128211" y="1722464"/>
                  </a:lnTo>
                  <a:lnTo>
                    <a:pt x="2131710" y="1728524"/>
                  </a:lnTo>
                  <a:lnTo>
                    <a:pt x="2527059" y="1040609"/>
                  </a:lnTo>
                  <a:lnTo>
                    <a:pt x="2244788" y="1040049"/>
                  </a:lnTo>
                  <a:lnTo>
                    <a:pt x="1480585" y="2413264"/>
                  </a:lnTo>
                  <a:lnTo>
                    <a:pt x="1264147" y="2413264"/>
                  </a:lnTo>
                  <a:lnTo>
                    <a:pt x="2028589" y="1039620"/>
                  </a:lnTo>
                  <a:close/>
                  <a:moveTo>
                    <a:pt x="2607143" y="0"/>
                  </a:moveTo>
                  <a:lnTo>
                    <a:pt x="2823581" y="0"/>
                  </a:lnTo>
                  <a:lnTo>
                    <a:pt x="2342071" y="865238"/>
                  </a:lnTo>
                  <a:lnTo>
                    <a:pt x="2823581" y="866194"/>
                  </a:lnTo>
                  <a:lnTo>
                    <a:pt x="2304256" y="1769829"/>
                  </a:lnTo>
                  <a:lnTo>
                    <a:pt x="2304256" y="3962432"/>
                  </a:lnTo>
                  <a:lnTo>
                    <a:pt x="0" y="3962432"/>
                  </a:lnTo>
                  <a:lnTo>
                    <a:pt x="0" y="866088"/>
                  </a:lnTo>
                  <a:lnTo>
                    <a:pt x="1767662" y="866088"/>
                  </a:lnTo>
                  <a:lnTo>
                    <a:pt x="1766512" y="864096"/>
                  </a:lnTo>
                  <a:lnTo>
                    <a:pt x="2125872" y="8648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21">
              <a:extLst>
                <a:ext uri="{FF2B5EF4-FFF2-40B4-BE49-F238E27FC236}">
                  <a16:creationId xmlns="" xmlns:a16="http://schemas.microsoft.com/office/drawing/2014/main" id="{07837B4D-D1A1-4F44-83EB-6DF617E78E27}"/>
                </a:ext>
              </a:extLst>
            </p:cNvPr>
            <p:cNvSpPr/>
            <p:nvPr/>
          </p:nvSpPr>
          <p:spPr>
            <a:xfrm rot="14306008">
              <a:off x="5552875" y="2870125"/>
              <a:ext cx="1064408" cy="877308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</p:spTree>
    <p:extLst>
      <p:ext uri="{BB962C8B-B14F-4D97-AF65-F5344CB8AC3E}">
        <p14:creationId xmlns:p14="http://schemas.microsoft.com/office/powerpoint/2010/main" val="950188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49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B9E38-D46C-4463-8069-254BC2CAF6FA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035AF-7162-40D0-B6E7-E2E126D2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81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WbkPyK8-pe4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2f1JgYbjCrA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FB354FB9-61CA-457F-95D0-195BF2D7CD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6669" y="701229"/>
            <a:ext cx="11573197" cy="1224326"/>
          </a:xfrm>
          <a:effectLst>
            <a:outerShdw blurRad="50800" dist="38100" algn="l" rotWithShape="0">
              <a:prstClr val="black">
                <a:alpha val="7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ln w="0"/>
                <a:solidFill>
                  <a:srgbClr val="ED7D1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DASAR </a:t>
            </a:r>
            <a:r>
              <a:rPr lang="en-US" sz="3600" dirty="0" err="1" smtClean="0">
                <a:ln w="0"/>
                <a:solidFill>
                  <a:srgbClr val="ED7D1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DASAR</a:t>
            </a:r>
            <a:endParaRPr lang="en-US" sz="3600" dirty="0">
              <a:ln w="0"/>
              <a:solidFill>
                <a:srgbClr val="ED7D1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  <a:p>
            <a:r>
              <a:rPr lang="en-US" sz="3600" dirty="0" smtClean="0">
                <a:ln w="0"/>
                <a:solidFill>
                  <a:srgbClr val="ED7D1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TEKNIK KETENAGALISTRIKAN</a:t>
            </a:r>
            <a:endParaRPr lang="en-US" dirty="0">
              <a:ln w="0"/>
              <a:solidFill>
                <a:srgbClr val="ED7D1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="" xmlns:a16="http://schemas.microsoft.com/office/drawing/2014/main" id="{3168685B-705D-46ED-9160-8D8DAE419AE1}"/>
              </a:ext>
            </a:extLst>
          </p:cNvPr>
          <p:cNvSpPr/>
          <p:nvPr/>
        </p:nvSpPr>
        <p:spPr>
          <a:xfrm>
            <a:off x="393700" y="0"/>
            <a:ext cx="2311400" cy="5664200"/>
          </a:xfrm>
          <a:custGeom>
            <a:avLst/>
            <a:gdLst>
              <a:gd name="connsiteX0" fmla="*/ 0 w 2311400"/>
              <a:gd name="connsiteY0" fmla="*/ 0 h 5664200"/>
              <a:gd name="connsiteX1" fmla="*/ 2311400 w 2311400"/>
              <a:gd name="connsiteY1" fmla="*/ 0 h 5664200"/>
              <a:gd name="connsiteX2" fmla="*/ 2311400 w 2311400"/>
              <a:gd name="connsiteY2" fmla="*/ 5664200 h 5664200"/>
              <a:gd name="connsiteX3" fmla="*/ 0 w 2311400"/>
              <a:gd name="connsiteY3" fmla="*/ 5664200 h 5664200"/>
              <a:gd name="connsiteX4" fmla="*/ 0 w 2311400"/>
              <a:gd name="connsiteY4" fmla="*/ 0 h 5664200"/>
              <a:gd name="connsiteX0" fmla="*/ 0 w 2311400"/>
              <a:gd name="connsiteY0" fmla="*/ 0 h 5689600"/>
              <a:gd name="connsiteX1" fmla="*/ 2311400 w 2311400"/>
              <a:gd name="connsiteY1" fmla="*/ 0 h 5689600"/>
              <a:gd name="connsiteX2" fmla="*/ 2311400 w 2311400"/>
              <a:gd name="connsiteY2" fmla="*/ 5664200 h 5689600"/>
              <a:gd name="connsiteX3" fmla="*/ 1117600 w 2311400"/>
              <a:gd name="connsiteY3" fmla="*/ 5689600 h 5689600"/>
              <a:gd name="connsiteX4" fmla="*/ 0 w 2311400"/>
              <a:gd name="connsiteY4" fmla="*/ 5664200 h 5689600"/>
              <a:gd name="connsiteX5" fmla="*/ 0 w 2311400"/>
              <a:gd name="connsiteY5" fmla="*/ 0 h 5689600"/>
              <a:gd name="connsiteX0" fmla="*/ 0 w 2311400"/>
              <a:gd name="connsiteY0" fmla="*/ 0 h 5664200"/>
              <a:gd name="connsiteX1" fmla="*/ 2311400 w 2311400"/>
              <a:gd name="connsiteY1" fmla="*/ 0 h 5664200"/>
              <a:gd name="connsiteX2" fmla="*/ 2311400 w 2311400"/>
              <a:gd name="connsiteY2" fmla="*/ 5664200 h 5664200"/>
              <a:gd name="connsiteX3" fmla="*/ 1117600 w 2311400"/>
              <a:gd name="connsiteY3" fmla="*/ 4902200 h 5664200"/>
              <a:gd name="connsiteX4" fmla="*/ 0 w 2311400"/>
              <a:gd name="connsiteY4" fmla="*/ 5664200 h 5664200"/>
              <a:gd name="connsiteX5" fmla="*/ 0 w 2311400"/>
              <a:gd name="connsiteY5" fmla="*/ 0 h 566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11400" h="5664200">
                <a:moveTo>
                  <a:pt x="0" y="0"/>
                </a:moveTo>
                <a:lnTo>
                  <a:pt x="2311400" y="0"/>
                </a:lnTo>
                <a:lnTo>
                  <a:pt x="2311400" y="5664200"/>
                </a:lnTo>
                <a:lnTo>
                  <a:pt x="1117600" y="4902200"/>
                </a:lnTo>
                <a:lnTo>
                  <a:pt x="0" y="5664200"/>
                </a:lnTo>
                <a:lnTo>
                  <a:pt x="0" y="0"/>
                </a:lnTo>
                <a:close/>
              </a:path>
            </a:pathLst>
          </a:custGeom>
          <a:solidFill>
            <a:srgbClr val="ED7D1F"/>
          </a:solidFill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168AB249-AB33-4C58-8D76-A27356AD55E2}"/>
              </a:ext>
            </a:extLst>
          </p:cNvPr>
          <p:cNvSpPr txBox="1"/>
          <p:nvPr/>
        </p:nvSpPr>
        <p:spPr>
          <a:xfrm>
            <a:off x="3394857" y="3013501"/>
            <a:ext cx="7794584" cy="1077218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HUKUM </a:t>
            </a:r>
            <a:r>
              <a:rPr lang="en-US" sz="32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KIRCHOFF</a:t>
            </a:r>
          </a:p>
          <a:p>
            <a:pPr algn="ctr"/>
            <a:r>
              <a:rPr lang="en-US" sz="32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DAN APLIKASINYA</a:t>
            </a:r>
            <a:endParaRPr lang="en-US" sz="2400" b="1" dirty="0">
              <a:latin typeface="Bodoni MT" panose="020706030806060202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D518A4B-ABB0-495A-B5E3-EF31192D5EFF}"/>
              </a:ext>
            </a:extLst>
          </p:cNvPr>
          <p:cNvSpPr txBox="1"/>
          <p:nvPr/>
        </p:nvSpPr>
        <p:spPr>
          <a:xfrm>
            <a:off x="5623307" y="5328769"/>
            <a:ext cx="369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9BA27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Oleh M. Nur Fauzi Ibrahim, </a:t>
            </a:r>
            <a:r>
              <a:rPr lang="en-US" dirty="0" err="1">
                <a:solidFill>
                  <a:srgbClr val="79BA27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S.Pd</a:t>
            </a:r>
            <a:r>
              <a:rPr lang="en-US" dirty="0">
                <a:solidFill>
                  <a:srgbClr val="79BA27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404B9C3-F409-4FDD-834C-DE0AE6D2C52A}"/>
              </a:ext>
            </a:extLst>
          </p:cNvPr>
          <p:cNvSpPr txBox="1"/>
          <p:nvPr/>
        </p:nvSpPr>
        <p:spPr>
          <a:xfrm>
            <a:off x="5915278" y="5587975"/>
            <a:ext cx="3112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9BA27"/>
                </a:solidFill>
                <a:latin typeface="+mj-lt"/>
                <a:cs typeface="Aharoni" panose="02010803020104030203" pitchFamily="2" charset="-79"/>
              </a:rPr>
              <a:t>NIP 19930829 201903 1 011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EBFFEEA-1804-4A93-96F5-39996B0770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7" y="2367889"/>
            <a:ext cx="1982321" cy="198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2379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1F77B549-EA5F-4D11-91F1-45BCB511AC5C}"/>
              </a:ext>
            </a:extLst>
          </p:cNvPr>
          <p:cNvSpPr/>
          <p:nvPr/>
        </p:nvSpPr>
        <p:spPr>
          <a:xfrm>
            <a:off x="17964" y="-594"/>
            <a:ext cx="7094036" cy="66414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Pretest </a:t>
            </a:r>
            <a:r>
              <a:rPr kumimoji="0" lang="en-US" altLang="ko-KR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Hukum</a:t>
            </a:r>
            <a:r>
              <a:rPr kumimoji="0" lang="en-US" altLang="ko-KR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Ohm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12" name="Picture Placeholder 4">
            <a:extLst>
              <a:ext uri="{FF2B5EF4-FFF2-40B4-BE49-F238E27FC236}">
                <a16:creationId xmlns="" xmlns:a16="http://schemas.microsoft.com/office/drawing/2014/main" id="{8CB393C4-642A-4DD9-8F72-5F088D5C05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3200" y="-29985"/>
            <a:ext cx="1868269" cy="24158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Oval 13">
            <a:extLst>
              <a:ext uri="{FF2B5EF4-FFF2-40B4-BE49-F238E27FC236}">
                <a16:creationId xmlns:lc="http://schemas.openxmlformats.org/drawingml/2006/lockedCanvas" xmlns:a16="http://schemas.microsoft.com/office/drawing/2014/main" xmlns="" id="{484A0840-7634-4310-8C3D-2A76B8EE0CBA}"/>
              </a:ext>
            </a:extLst>
          </p:cNvPr>
          <p:cNvSpPr/>
          <p:nvPr/>
        </p:nvSpPr>
        <p:spPr>
          <a:xfrm>
            <a:off x="229282" y="953049"/>
            <a:ext cx="336213" cy="33621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/>
          </a:p>
        </p:txBody>
      </p:sp>
      <p:sp>
        <p:nvSpPr>
          <p:cNvPr id="15" name="Oval 14">
            <a:extLst>
              <a:ext uri="{FF2B5EF4-FFF2-40B4-BE49-F238E27FC236}">
                <a16:creationId xmlns:lc="http://schemas.openxmlformats.org/drawingml/2006/lockedCanvas" xmlns:a16="http://schemas.microsoft.com/office/drawing/2014/main" xmlns="" id="{7153F842-D0B8-47E9-A101-6B9F920B5695}"/>
              </a:ext>
            </a:extLst>
          </p:cNvPr>
          <p:cNvSpPr/>
          <p:nvPr/>
        </p:nvSpPr>
        <p:spPr>
          <a:xfrm>
            <a:off x="229282" y="2076632"/>
            <a:ext cx="336213" cy="33621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/>
          </a:p>
        </p:txBody>
      </p:sp>
      <p:sp>
        <p:nvSpPr>
          <p:cNvPr id="16" name="Oval 15">
            <a:extLst>
              <a:ext uri="{FF2B5EF4-FFF2-40B4-BE49-F238E27FC236}">
                <a16:creationId xmlns:lc="http://schemas.openxmlformats.org/drawingml/2006/lockedCanvas" xmlns:a16="http://schemas.microsoft.com/office/drawing/2014/main" xmlns="" id="{B096D92D-C801-4B06-9AA1-DA9370EB6AAA}"/>
              </a:ext>
            </a:extLst>
          </p:cNvPr>
          <p:cNvSpPr/>
          <p:nvPr/>
        </p:nvSpPr>
        <p:spPr>
          <a:xfrm>
            <a:off x="229282" y="3686693"/>
            <a:ext cx="336213" cy="336213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/>
          </a:p>
        </p:txBody>
      </p:sp>
      <p:sp>
        <p:nvSpPr>
          <p:cNvPr id="17" name="Oval 16">
            <a:extLst>
              <a:ext uri="{FF2B5EF4-FFF2-40B4-BE49-F238E27FC236}">
                <a16:creationId xmlns:lc="http://schemas.openxmlformats.org/drawingml/2006/lockedCanvas" xmlns:a16="http://schemas.microsoft.com/office/drawing/2014/main" xmlns="" id="{EDE752C8-A63C-43CA-A6BA-91C948BDC8B2}"/>
              </a:ext>
            </a:extLst>
          </p:cNvPr>
          <p:cNvSpPr/>
          <p:nvPr/>
        </p:nvSpPr>
        <p:spPr>
          <a:xfrm>
            <a:off x="6131719" y="2471064"/>
            <a:ext cx="336213" cy="3362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/>
          </a:p>
        </p:txBody>
      </p:sp>
      <p:sp>
        <p:nvSpPr>
          <p:cNvPr id="18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305D05CE-B513-4ED7-9DF0-7CDBD148C378}"/>
              </a:ext>
            </a:extLst>
          </p:cNvPr>
          <p:cNvSpPr txBox="1"/>
          <p:nvPr/>
        </p:nvSpPr>
        <p:spPr>
          <a:xfrm>
            <a:off x="634737" y="829230"/>
            <a:ext cx="51530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Bagaimana</a:t>
            </a:r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Bunyi</a:t>
            </a:r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Hukum</a:t>
            </a:r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Ohm?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lc="http://schemas.openxmlformats.org/drawingml/2006/lockedCanvas" xmlns:a16="http://schemas.microsoft.com/office/drawing/2014/main" xmlns="" id="{9924D03C-3A6E-4E45-83E2-18222038EF80}"/>
              </a:ext>
            </a:extLst>
          </p:cNvPr>
          <p:cNvSpPr txBox="1"/>
          <p:nvPr/>
        </p:nvSpPr>
        <p:spPr>
          <a:xfrm>
            <a:off x="634737" y="1972015"/>
            <a:ext cx="51530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Bagaimana</a:t>
            </a:r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cara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menghitung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arus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jika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diketahui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tegangan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dan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tahanan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?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lc="http://schemas.openxmlformats.org/drawingml/2006/lockedCanvas" xmlns:a16="http://schemas.microsoft.com/office/drawing/2014/main" xmlns="" id="{F1F8C07A-057E-42B0-A83B-3D216E484197}"/>
              </a:ext>
            </a:extLst>
          </p:cNvPr>
          <p:cNvSpPr txBox="1"/>
          <p:nvPr/>
        </p:nvSpPr>
        <p:spPr>
          <a:xfrm>
            <a:off x="634737" y="3607243"/>
            <a:ext cx="51530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Bagaimana</a:t>
            </a:r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cara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menghitung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tegangan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jika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diketahui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arus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dan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tahanan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?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lc="http://schemas.openxmlformats.org/drawingml/2006/lockedCanvas" xmlns:a16="http://schemas.microsoft.com/office/drawing/2014/main" xmlns="" id="{F1F8C07A-057E-42B0-A83B-3D216E484197}"/>
              </a:ext>
            </a:extLst>
          </p:cNvPr>
          <p:cNvSpPr txBox="1"/>
          <p:nvPr/>
        </p:nvSpPr>
        <p:spPr>
          <a:xfrm>
            <a:off x="6502553" y="2393444"/>
            <a:ext cx="51530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Bagaimana </a:t>
            </a:r>
            <a:r>
              <a:rPr lang="fi-FI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nilai tahanan pada rangkaian seri?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lc="http://schemas.openxmlformats.org/drawingml/2006/lockedCanvas" xmlns:a16="http://schemas.microsoft.com/office/drawing/2014/main" xmlns="" id="{EDE752C8-A63C-43CA-A6BA-91C948BDC8B2}"/>
              </a:ext>
            </a:extLst>
          </p:cNvPr>
          <p:cNvSpPr/>
          <p:nvPr/>
        </p:nvSpPr>
        <p:spPr>
          <a:xfrm>
            <a:off x="6131719" y="4038229"/>
            <a:ext cx="336213" cy="3362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/>
          </a:p>
        </p:txBody>
      </p:sp>
      <p:sp>
        <p:nvSpPr>
          <p:cNvPr id="25" name="TextBox 7">
            <a:extLst>
              <a:ext uri="{FF2B5EF4-FFF2-40B4-BE49-F238E27FC236}">
                <a16:creationId xmlns:lc="http://schemas.openxmlformats.org/drawingml/2006/lockedCanvas" xmlns:a16="http://schemas.microsoft.com/office/drawing/2014/main" xmlns="" id="{F1F8C07A-057E-42B0-A83B-3D216E484197}"/>
              </a:ext>
            </a:extLst>
          </p:cNvPr>
          <p:cNvSpPr txBox="1"/>
          <p:nvPr/>
        </p:nvSpPr>
        <p:spPr>
          <a:xfrm>
            <a:off x="6502553" y="3960609"/>
            <a:ext cx="51530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Bagaimana </a:t>
            </a:r>
            <a:r>
              <a:rPr lang="fi-FI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nilai tahanan pada rangkaian paralel?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41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1F77B549-EA5F-4D11-91F1-45BCB511AC5C}"/>
              </a:ext>
            </a:extLst>
          </p:cNvPr>
          <p:cNvSpPr/>
          <p:nvPr/>
        </p:nvSpPr>
        <p:spPr>
          <a:xfrm>
            <a:off x="0" y="410933"/>
            <a:ext cx="5536551" cy="14295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38EE24C3-9E23-4EAC-A6DF-502FD248B6EB}"/>
              </a:ext>
            </a:extLst>
          </p:cNvPr>
          <p:cNvSpPr txBox="1"/>
          <p:nvPr/>
        </p:nvSpPr>
        <p:spPr>
          <a:xfrm>
            <a:off x="103032" y="631724"/>
            <a:ext cx="4752222" cy="10259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/>
                <a:cs typeface="Arial" pitchFamily="34" charset="0"/>
              </a:rPr>
              <a:t>Tujuan</a:t>
            </a:r>
            <a:r>
              <a:rPr kumimoji="0" lang="en-US" altLang="ko-KR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/>
                <a:cs typeface="Arial" pitchFamily="34" charset="0"/>
              </a:rPr>
              <a:t> </a:t>
            </a:r>
            <a:r>
              <a:rPr kumimoji="0" lang="en-US" altLang="ko-KR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/>
                <a:cs typeface="Arial" pitchFamily="34" charset="0"/>
              </a:rPr>
              <a:t>Pembelajaran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4" name="TextBox 13">
            <a:extLst>
              <a:ext uri="{FF2B5EF4-FFF2-40B4-BE49-F238E27FC236}">
                <a16:creationId xmlns="" xmlns:a16="http://schemas.microsoft.com/office/drawing/2014/main" xmlns:lc="http://schemas.openxmlformats.org/drawingml/2006/lockedCanvas" id="{469FEFBE-BAE0-43D7-8AFD-2A334941D49D}"/>
              </a:ext>
            </a:extLst>
          </p:cNvPr>
          <p:cNvSpPr txBox="1"/>
          <p:nvPr/>
        </p:nvSpPr>
        <p:spPr>
          <a:xfrm>
            <a:off x="830491" y="2107238"/>
            <a:ext cx="5037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Membuktikan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konsep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hukum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Kirchhoff 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tepat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6">
            <a:extLst>
              <a:ext uri="{FF2B5EF4-FFF2-40B4-BE49-F238E27FC236}">
                <a16:creationId xmlns="" xmlns:a16="http://schemas.microsoft.com/office/drawing/2014/main" xmlns:lc="http://schemas.openxmlformats.org/drawingml/2006/lockedCanvas" id="{0EC74E27-8C02-4245-A2C1-75A148162C00}"/>
              </a:ext>
            </a:extLst>
          </p:cNvPr>
          <p:cNvSpPr txBox="1"/>
          <p:nvPr/>
        </p:nvSpPr>
        <p:spPr>
          <a:xfrm>
            <a:off x="830491" y="3389644"/>
            <a:ext cx="5037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solidFill>
                  <a:srgbClr val="FF0000"/>
                </a:solidFill>
              </a:rPr>
              <a:t>Menghitung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yang </a:t>
            </a:r>
            <a:r>
              <a:rPr lang="en-US" sz="2000" dirty="0" err="1"/>
              <a:t>mengalir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r>
              <a:rPr lang="en-US" sz="2000" dirty="0" err="1"/>
              <a:t>berdasarkan</a:t>
            </a:r>
            <a:r>
              <a:rPr lang="en-US" sz="2000" dirty="0"/>
              <a:t> </a:t>
            </a:r>
            <a:r>
              <a:rPr lang="en-US" sz="2000" dirty="0" err="1"/>
              <a:t>hukum</a:t>
            </a:r>
            <a:r>
              <a:rPr lang="en-US" sz="2000" dirty="0"/>
              <a:t> </a:t>
            </a:r>
            <a:r>
              <a:rPr lang="en-US" sz="2000" dirty="0" err="1" smtClean="0"/>
              <a:t>kirchoff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xmlns:lc="http://schemas.openxmlformats.org/drawingml/2006/lockedCanvas" id="{6D33D68F-CE75-4ECB-A778-0B250C1FB8CB}"/>
              </a:ext>
            </a:extLst>
          </p:cNvPr>
          <p:cNvSpPr txBox="1"/>
          <p:nvPr/>
        </p:nvSpPr>
        <p:spPr>
          <a:xfrm>
            <a:off x="6944426" y="2184444"/>
            <a:ext cx="45860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Menganalisa 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 penerapan hukum kirchoff dalam rangkaian seri, parallel, dan campuran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91">
            <a:extLst>
              <a:ext uri="{FF2B5EF4-FFF2-40B4-BE49-F238E27FC236}">
                <a16:creationId xmlns="" xmlns:a16="http://schemas.microsoft.com/office/drawing/2014/main" xmlns:lc="http://schemas.openxmlformats.org/drawingml/2006/lockedCanvas" id="{A8026C57-19B2-4217-ADFD-E0F5DB40A19A}"/>
              </a:ext>
            </a:extLst>
          </p:cNvPr>
          <p:cNvSpPr/>
          <p:nvPr/>
        </p:nvSpPr>
        <p:spPr>
          <a:xfrm>
            <a:off x="202130" y="2314291"/>
            <a:ext cx="582157" cy="5400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b="1" dirty="0" smtClean="0">
                <a:solidFill>
                  <a:srgbClr val="FF0000"/>
                </a:solidFill>
              </a:rPr>
              <a:t>1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4" name="Rectangle 92">
            <a:extLst>
              <a:ext uri="{FF2B5EF4-FFF2-40B4-BE49-F238E27FC236}">
                <a16:creationId xmlns="" xmlns:a16="http://schemas.microsoft.com/office/drawing/2014/main" xmlns:lc="http://schemas.openxmlformats.org/drawingml/2006/lockedCanvas" id="{1F2207BF-B6DE-4EA3-AED4-0428A962E786}"/>
              </a:ext>
            </a:extLst>
          </p:cNvPr>
          <p:cNvSpPr/>
          <p:nvPr/>
        </p:nvSpPr>
        <p:spPr>
          <a:xfrm>
            <a:off x="201720" y="3629817"/>
            <a:ext cx="582567" cy="54799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b="1" dirty="0" smtClean="0">
                <a:solidFill>
                  <a:srgbClr val="FF0000"/>
                </a:solidFill>
              </a:rPr>
              <a:t>2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Rectangle 93">
            <a:extLst>
              <a:ext uri="{FF2B5EF4-FFF2-40B4-BE49-F238E27FC236}">
                <a16:creationId xmlns="" xmlns:a16="http://schemas.microsoft.com/office/drawing/2014/main" xmlns:lc="http://schemas.openxmlformats.org/drawingml/2006/lockedCanvas" id="{2BE80051-BDF9-41A6-9179-97BE9236938B}"/>
              </a:ext>
            </a:extLst>
          </p:cNvPr>
          <p:cNvSpPr/>
          <p:nvPr/>
        </p:nvSpPr>
        <p:spPr>
          <a:xfrm>
            <a:off x="6215358" y="2252279"/>
            <a:ext cx="586204" cy="58721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b="1" dirty="0" smtClean="0">
                <a:solidFill>
                  <a:srgbClr val="FF0000"/>
                </a:solidFill>
              </a:rPr>
              <a:t>3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xmlns:lc="http://schemas.openxmlformats.org/drawingml/2006/lockedCanvas" id="{6D33D68F-CE75-4ECB-A778-0B250C1FB8CB}"/>
              </a:ext>
            </a:extLst>
          </p:cNvPr>
          <p:cNvSpPr txBox="1"/>
          <p:nvPr/>
        </p:nvSpPr>
        <p:spPr>
          <a:xfrm>
            <a:off x="6944426" y="3409555"/>
            <a:ext cx="4586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solidFill>
                  <a:srgbClr val="FF0000"/>
                </a:solidFill>
              </a:rPr>
              <a:t>Mengukur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 yang </a:t>
            </a:r>
            <a:r>
              <a:rPr lang="en-US" sz="2000" dirty="0" err="1"/>
              <a:t>mengali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93">
            <a:extLst>
              <a:ext uri="{FF2B5EF4-FFF2-40B4-BE49-F238E27FC236}">
                <a16:creationId xmlns="" xmlns:a16="http://schemas.microsoft.com/office/drawing/2014/main" xmlns:lc="http://schemas.openxmlformats.org/drawingml/2006/lockedCanvas" id="{2BE80051-BDF9-41A6-9179-97BE9236938B}"/>
              </a:ext>
            </a:extLst>
          </p:cNvPr>
          <p:cNvSpPr/>
          <p:nvPr/>
        </p:nvSpPr>
        <p:spPr>
          <a:xfrm>
            <a:off x="6215358" y="3477390"/>
            <a:ext cx="586204" cy="58721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b="1" dirty="0" smtClean="0">
                <a:solidFill>
                  <a:srgbClr val="FF0000"/>
                </a:solidFill>
              </a:rPr>
              <a:t>4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77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89662" y="825637"/>
            <a:ext cx="11573197" cy="72424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Ada yang tau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apa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1026" name="Picture 2" descr="Jual Schneider MCB 1 Phase 4 / 6 / 10 / 16 / 20 / 25 Ampere | Shopee  Indones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4" y="1711974"/>
            <a:ext cx="4603497" cy="460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964313" y="3203874"/>
            <a:ext cx="65382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Ada yang </a:t>
            </a:r>
            <a:r>
              <a:rPr lang="en-US" sz="2400" dirty="0" err="1" smtClean="0"/>
              <a:t>pernah</a:t>
            </a:r>
            <a:r>
              <a:rPr lang="en-US" sz="2400" dirty="0" smtClean="0"/>
              <a:t> </a:t>
            </a:r>
            <a:r>
              <a:rPr lang="en-US" sz="2400" dirty="0" err="1" smtClean="0"/>
              <a:t>mengalami</a:t>
            </a:r>
            <a:r>
              <a:rPr lang="en-US" sz="2400" dirty="0" smtClean="0"/>
              <a:t> trip/</a:t>
            </a:r>
            <a:r>
              <a:rPr lang="en-US" sz="2400" dirty="0" err="1" smtClean="0"/>
              <a:t>njeglek</a:t>
            </a:r>
            <a:r>
              <a:rPr lang="en-US" sz="2400" dirty="0" smtClean="0"/>
              <a:t> </a:t>
            </a:r>
            <a:r>
              <a:rPr lang="en-US" sz="2400" dirty="0" err="1" smtClean="0"/>
              <a:t>dirumah</a:t>
            </a:r>
            <a:r>
              <a:rPr lang="en-US" sz="2400" dirty="0" smtClean="0"/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F77B549-EA5F-4D11-91F1-45BCB511AC5C}"/>
              </a:ext>
            </a:extLst>
          </p:cNvPr>
          <p:cNvSpPr/>
          <p:nvPr/>
        </p:nvSpPr>
        <p:spPr>
          <a:xfrm>
            <a:off x="17964" y="-594"/>
            <a:ext cx="3063903" cy="66414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Masalah</a:t>
            </a:r>
            <a:r>
              <a:rPr kumimoji="0" lang="en-US" altLang="ko-KR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1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843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bkPyK8-pe4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40474" y="647363"/>
            <a:ext cx="10055703" cy="56563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F77B549-EA5F-4D11-91F1-45BCB511AC5C}"/>
              </a:ext>
            </a:extLst>
          </p:cNvPr>
          <p:cNvSpPr/>
          <p:nvPr/>
        </p:nvSpPr>
        <p:spPr>
          <a:xfrm>
            <a:off x="0" y="-16184"/>
            <a:ext cx="12192000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Perhatikan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Video </a:t>
            </a: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Berikut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83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10940" y="1111170"/>
            <a:ext cx="9340126" cy="3946967"/>
          </a:xfrm>
        </p:spPr>
        <p:txBody>
          <a:bodyPr>
            <a:normAutofit/>
          </a:bodyPr>
          <a:lstStyle/>
          <a:p>
            <a:r>
              <a:rPr lang="en-US" sz="7000" b="1" dirty="0" err="1" smtClean="0">
                <a:solidFill>
                  <a:srgbClr val="FF0000"/>
                </a:solidFill>
              </a:rPr>
              <a:t>Apa</a:t>
            </a:r>
            <a:r>
              <a:rPr lang="en-US" sz="7000" b="1" dirty="0" smtClean="0">
                <a:solidFill>
                  <a:srgbClr val="FF0000"/>
                </a:solidFill>
              </a:rPr>
              <a:t> </a:t>
            </a:r>
            <a:r>
              <a:rPr lang="en-US" sz="7000" b="1" dirty="0" smtClean="0"/>
              <a:t>yang </a:t>
            </a:r>
            <a:r>
              <a:rPr lang="en-US" sz="7000" b="1" dirty="0" err="1" smtClean="0"/>
              <a:t>menyebabkan</a:t>
            </a:r>
            <a:r>
              <a:rPr lang="en-US" sz="7000" b="1" dirty="0" smtClean="0"/>
              <a:t> </a:t>
            </a:r>
            <a:r>
              <a:rPr lang="en-US" sz="7000" b="1" dirty="0" smtClean="0">
                <a:solidFill>
                  <a:srgbClr val="FF0000"/>
                </a:solidFill>
              </a:rPr>
              <a:t>MCB TRIP </a:t>
            </a:r>
            <a:r>
              <a:rPr lang="en-US" sz="7000" b="1" dirty="0" err="1" smtClean="0">
                <a:solidFill>
                  <a:srgbClr val="0070C0"/>
                </a:solidFill>
              </a:rPr>
              <a:t>ketika</a:t>
            </a:r>
            <a:r>
              <a:rPr lang="en-US" sz="7000" b="1" dirty="0" smtClean="0">
                <a:solidFill>
                  <a:srgbClr val="0070C0"/>
                </a:solidFill>
              </a:rPr>
              <a:t> </a:t>
            </a:r>
            <a:r>
              <a:rPr lang="en-US" sz="7000" b="1" dirty="0" err="1" smtClean="0">
                <a:solidFill>
                  <a:srgbClr val="0070C0"/>
                </a:solidFill>
              </a:rPr>
              <a:t>menambah</a:t>
            </a:r>
            <a:r>
              <a:rPr lang="en-US" sz="7000" b="1" dirty="0" smtClean="0">
                <a:solidFill>
                  <a:srgbClr val="0070C0"/>
                </a:solidFill>
              </a:rPr>
              <a:t> </a:t>
            </a:r>
            <a:r>
              <a:rPr lang="en-US" sz="7000" b="1" dirty="0" err="1" smtClean="0">
                <a:solidFill>
                  <a:srgbClr val="0070C0"/>
                </a:solidFill>
              </a:rPr>
              <a:t>beban</a:t>
            </a:r>
            <a:r>
              <a:rPr lang="en-US" sz="7000" b="1" dirty="0" smtClean="0">
                <a:solidFill>
                  <a:srgbClr val="0070C0"/>
                </a:solidFill>
              </a:rPr>
              <a:t> </a:t>
            </a:r>
            <a:r>
              <a:rPr lang="en-US" sz="7000" b="1" dirty="0" err="1" smtClean="0">
                <a:solidFill>
                  <a:srgbClr val="0070C0"/>
                </a:solidFill>
              </a:rPr>
              <a:t>listrik</a:t>
            </a:r>
            <a:r>
              <a:rPr lang="en-US" sz="7000" b="1" dirty="0" smtClean="0"/>
              <a:t>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002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F77B549-EA5F-4D11-91F1-45BCB511AC5C}"/>
              </a:ext>
            </a:extLst>
          </p:cNvPr>
          <p:cNvSpPr/>
          <p:nvPr/>
        </p:nvSpPr>
        <p:spPr>
          <a:xfrm>
            <a:off x="0" y="-16184"/>
            <a:ext cx="12192000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Kegiatan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1 : </a:t>
            </a: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Masalah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1964" y="1521303"/>
            <a:ext cx="9831823" cy="3459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indent="269875" algn="just">
              <a:lnSpc>
                <a:spcPct val="150000"/>
              </a:lnSpc>
              <a:spcAft>
                <a:spcPts val="800"/>
              </a:spcAf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sebuah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rumah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semula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terpasang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MCB 4A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terhubung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beberapa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beban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269875" algn="just">
              <a:lnSpc>
                <a:spcPct val="150000"/>
              </a:lnSpc>
              <a:spcAft>
                <a:spcPts val="800"/>
              </a:spcAft>
            </a:pPr>
            <a:r>
              <a:rPr 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Seiring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berjalan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waktu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pemilik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rumah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melakukan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penambahan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beban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listrik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berupa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peralatan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rumah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tangga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saat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menambahkan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beban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terhubung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MCB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kWh meter “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Trip”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Bagaimana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bisa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terjadi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92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F77B549-EA5F-4D11-91F1-45BCB511AC5C}"/>
              </a:ext>
            </a:extLst>
          </p:cNvPr>
          <p:cNvSpPr/>
          <p:nvPr/>
        </p:nvSpPr>
        <p:spPr>
          <a:xfrm>
            <a:off x="0" y="-16184"/>
            <a:ext cx="12192000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Kegiatan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1.1 : </a:t>
            </a: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Simulasi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91121" y="1014089"/>
            <a:ext cx="6895640" cy="2319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968" y="3800945"/>
            <a:ext cx="7078063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4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F77B549-EA5F-4D11-91F1-45BCB511AC5C}"/>
              </a:ext>
            </a:extLst>
          </p:cNvPr>
          <p:cNvSpPr/>
          <p:nvPr/>
        </p:nvSpPr>
        <p:spPr>
          <a:xfrm>
            <a:off x="0" y="-16184"/>
            <a:ext cx="12192000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Kegiatan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1 : Cara </a:t>
            </a: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Membaca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</a:t>
            </a: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Simulasi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789" y="801112"/>
            <a:ext cx="8785496" cy="48320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3717" y="2144390"/>
            <a:ext cx="501706" cy="8820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131307" y="2995552"/>
            <a:ext cx="214116" cy="128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94570" y="4261206"/>
            <a:ext cx="58262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2585406" y="1942088"/>
            <a:ext cx="659500" cy="11484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670372" y="3062719"/>
            <a:ext cx="244784" cy="121796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79058" y="4280687"/>
            <a:ext cx="58262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814763" y="2054028"/>
            <a:ext cx="659500" cy="11484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6144513" y="3174659"/>
            <a:ext cx="0" cy="11060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70892" y="4289737"/>
            <a:ext cx="1374972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</a:p>
          <a:p>
            <a:pPr algn="ctr"/>
            <a:r>
              <a:rPr lang="en-US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100mA = 0,1 A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998088" y="2060115"/>
            <a:ext cx="659500" cy="11484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327838" y="3180746"/>
            <a:ext cx="0" cy="11060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25488" y="4280686"/>
            <a:ext cx="57538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</a:p>
        </p:txBody>
      </p:sp>
    </p:spTree>
    <p:extLst>
      <p:ext uri="{BB962C8B-B14F-4D97-AF65-F5344CB8AC3E}">
        <p14:creationId xmlns:p14="http://schemas.microsoft.com/office/powerpoint/2010/main" val="89606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1098893" y="5737875"/>
            <a:ext cx="3272430" cy="94676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Disebut</a:t>
            </a:r>
            <a:r>
              <a:rPr lang="en-US" dirty="0" smtClean="0"/>
              <a:t> Juga </a:t>
            </a:r>
          </a:p>
          <a:p>
            <a:pPr algn="ctr"/>
            <a:r>
              <a:rPr lang="en-US" b="1" dirty="0" err="1" smtClean="0"/>
              <a:t>Hukum</a:t>
            </a:r>
            <a:r>
              <a:rPr lang="en-US" b="1" dirty="0" smtClean="0"/>
              <a:t> </a:t>
            </a:r>
            <a:r>
              <a:rPr lang="en-US" b="1" dirty="0" err="1" smtClean="0"/>
              <a:t>Arus</a:t>
            </a:r>
            <a:r>
              <a:rPr lang="en-US" b="1" dirty="0" smtClean="0"/>
              <a:t> </a:t>
            </a:r>
            <a:r>
              <a:rPr lang="en-US" b="1" dirty="0" err="1" smtClean="0"/>
              <a:t>Kirchoff</a:t>
            </a:r>
            <a:endParaRPr lang="en-US" b="1" dirty="0" smtClean="0"/>
          </a:p>
          <a:p>
            <a:pPr algn="ctr"/>
            <a:r>
              <a:rPr lang="en-US" b="1" dirty="0" smtClean="0"/>
              <a:t>(</a:t>
            </a:r>
            <a:r>
              <a:rPr lang="en-US" b="1" dirty="0" err="1" smtClean="0"/>
              <a:t>Kirchoff</a:t>
            </a:r>
            <a:r>
              <a:rPr lang="en-US" b="1" dirty="0" smtClean="0"/>
              <a:t> Current Law)</a:t>
            </a:r>
            <a:endParaRPr lang="en-US" b="1" dirty="0"/>
          </a:p>
        </p:txBody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1F77B549-EA5F-4D11-91F1-45BCB511AC5C}"/>
              </a:ext>
            </a:extLst>
          </p:cNvPr>
          <p:cNvSpPr/>
          <p:nvPr/>
        </p:nvSpPr>
        <p:spPr>
          <a:xfrm>
            <a:off x="0" y="-16184"/>
            <a:ext cx="5536551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HUKUM KIRCHOFF I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70216" y="647363"/>
            <a:ext cx="66335" cy="621063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02301" y="2524715"/>
            <a:ext cx="3272430" cy="94676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Ditemukan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seorang</a:t>
            </a:r>
            <a:r>
              <a:rPr lang="en-US" dirty="0" smtClean="0"/>
              <a:t> </a:t>
            </a:r>
            <a:r>
              <a:rPr lang="en-US" dirty="0" err="1" smtClean="0"/>
              <a:t>fisikawan</a:t>
            </a:r>
            <a:r>
              <a:rPr lang="en-US" dirty="0" smtClean="0"/>
              <a:t> </a:t>
            </a:r>
            <a:r>
              <a:rPr lang="en-US" dirty="0" err="1" smtClean="0"/>
              <a:t>Jerman</a:t>
            </a:r>
            <a:r>
              <a:rPr lang="en-US" dirty="0" smtClean="0"/>
              <a:t> </a:t>
            </a:r>
            <a:r>
              <a:rPr lang="en-US" dirty="0" err="1" smtClean="0"/>
              <a:t>bernama</a:t>
            </a:r>
            <a:r>
              <a:rPr lang="en-US" dirty="0" smtClean="0"/>
              <a:t> Gustav Robert Kirchhoff</a:t>
            </a:r>
            <a:endParaRPr lang="en-US" dirty="0"/>
          </a:p>
        </p:txBody>
      </p:sp>
      <p:pic>
        <p:nvPicPr>
          <p:cNvPr id="1026" name="Picture 2" descr="Amazon.com: Gustav Robert Kirchhoff N(1824-1887) German Physicist Drawing  1888 Poster Print by (24 x 36) : Home &amp; Kitch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731" y="844995"/>
            <a:ext cx="1870059" cy="262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202301" y="3471483"/>
            <a:ext cx="5142489" cy="233050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Hukum</a:t>
            </a:r>
            <a:r>
              <a:rPr lang="en-US" b="1" dirty="0" smtClean="0"/>
              <a:t> </a:t>
            </a:r>
            <a:r>
              <a:rPr lang="en-US" b="1" dirty="0" err="1" smtClean="0"/>
              <a:t>Kirchoff</a:t>
            </a:r>
            <a:r>
              <a:rPr lang="en-US" b="1" dirty="0" smtClean="0"/>
              <a:t> 1 </a:t>
            </a:r>
            <a:r>
              <a:rPr lang="en-US" dirty="0" err="1" smtClean="0"/>
              <a:t>berbunyi</a:t>
            </a:r>
            <a:r>
              <a:rPr lang="en-US" dirty="0" smtClean="0"/>
              <a:t>:</a:t>
            </a:r>
          </a:p>
          <a:p>
            <a:pPr algn="ctr"/>
            <a:r>
              <a:rPr lang="en-US" sz="2400" b="1" dirty="0" err="1">
                <a:solidFill>
                  <a:srgbClr val="00B050"/>
                </a:solidFill>
              </a:rPr>
              <a:t>Jumlah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kuat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arus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listrik</a:t>
            </a:r>
            <a:r>
              <a:rPr lang="en-US" sz="2400" b="1" dirty="0"/>
              <a:t> yang </a:t>
            </a:r>
            <a:r>
              <a:rPr lang="en-US" sz="2400" b="1" dirty="0" err="1">
                <a:solidFill>
                  <a:srgbClr val="FF0000"/>
                </a:solidFill>
              </a:rPr>
              <a:t>masuk</a:t>
            </a:r>
            <a:r>
              <a:rPr lang="en-US" sz="2400" b="1" dirty="0"/>
              <a:t> </a:t>
            </a:r>
            <a:r>
              <a:rPr lang="en-US" sz="2400" b="1" dirty="0" err="1"/>
              <a:t>ke</a:t>
            </a:r>
            <a:r>
              <a:rPr lang="en-US" sz="2400" b="1" dirty="0"/>
              <a:t> </a:t>
            </a:r>
            <a:r>
              <a:rPr lang="en-US" sz="2400" b="1" dirty="0" err="1"/>
              <a:t>suatu</a:t>
            </a:r>
            <a:r>
              <a:rPr lang="en-US" sz="2400" b="1" dirty="0"/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titik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cabang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/>
              <a:t>akan</a:t>
            </a:r>
            <a:r>
              <a:rPr lang="en-US" sz="2400" b="1" dirty="0"/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sama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dengan</a:t>
            </a:r>
            <a:r>
              <a:rPr lang="en-US" sz="2400" b="1" dirty="0"/>
              <a:t>  </a:t>
            </a:r>
            <a:r>
              <a:rPr lang="en-US" sz="2400" b="1" dirty="0" err="1"/>
              <a:t>jumlah</a:t>
            </a:r>
            <a:r>
              <a:rPr lang="en-US" sz="2400" b="1" dirty="0"/>
              <a:t> </a:t>
            </a:r>
            <a:r>
              <a:rPr lang="en-US" sz="2400" b="1" dirty="0" err="1"/>
              <a:t>kuat</a:t>
            </a:r>
            <a:r>
              <a:rPr lang="en-US" sz="2400" b="1" dirty="0"/>
              <a:t> </a:t>
            </a:r>
            <a:r>
              <a:rPr lang="en-US" sz="2400" b="1" dirty="0" err="1"/>
              <a:t>arus</a:t>
            </a:r>
            <a:r>
              <a:rPr lang="en-US" sz="2400" b="1" dirty="0"/>
              <a:t> </a:t>
            </a:r>
            <a:r>
              <a:rPr lang="en-US" sz="2400" b="1" dirty="0" err="1"/>
              <a:t>listrik</a:t>
            </a:r>
            <a:r>
              <a:rPr lang="en-US" sz="2400" b="1" dirty="0"/>
              <a:t> yang </a:t>
            </a:r>
            <a:r>
              <a:rPr lang="en-US" sz="2400" b="1" dirty="0" err="1">
                <a:solidFill>
                  <a:srgbClr val="FF0000"/>
                </a:solidFill>
              </a:rPr>
              <a:t>meninggalkan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titik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itu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028" name="Picture 4" descr="Hukum Kirchoff dan Contoh Soa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486" y="584534"/>
            <a:ext cx="2792989" cy="241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78700" y="3180979"/>
                <a:ext cx="3060560" cy="850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𝑀𝑎𝑠𝑢𝑘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𝐾𝑒𝑙𝑢𝑎𝑟</m:t>
                          </m:r>
                        </m:sub>
                      </m:sSub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700" y="3180979"/>
                <a:ext cx="3060560" cy="85042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83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1F77B549-EA5F-4D11-91F1-45BCB511AC5C}"/>
              </a:ext>
            </a:extLst>
          </p:cNvPr>
          <p:cNvSpPr/>
          <p:nvPr/>
        </p:nvSpPr>
        <p:spPr>
          <a:xfrm>
            <a:off x="0" y="-16183"/>
            <a:ext cx="5536551" cy="6007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Contoh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Permasalahan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Hukum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Kirchoff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I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78308" y="1"/>
            <a:ext cx="58243" cy="688227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9475" y="4401085"/>
                <a:ext cx="4152983" cy="22905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𝑀𝑎𝑠𝑢𝑘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𝐾𝑒𝑙𝑢𝑎𝑟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b="0" dirty="0" smtClean="0"/>
              </a:p>
              <a:p>
                <a:r>
                  <a:rPr lang="en-US" b="1" dirty="0" smtClean="0">
                    <a:solidFill>
                      <a:srgbClr val="FF0000"/>
                    </a:solidFill>
                  </a:rPr>
                  <a:t>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b="1" dirty="0" smtClean="0"/>
              </a:p>
              <a:p>
                <a:r>
                  <a:rPr lang="en-US" b="1" dirty="0" smtClean="0">
                    <a:solidFill>
                      <a:srgbClr val="FF0000"/>
                    </a:solidFill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=1+2+3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i="1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i="1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75" y="4401085"/>
                <a:ext cx="4152983" cy="22905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Contoh Soal Hukum Kirchoff dan Pembahasannya - Aplikasi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0" t="17601" r="7840" b="5020"/>
          <a:stretch/>
        </p:blipFill>
        <p:spPr bwMode="auto">
          <a:xfrm>
            <a:off x="695917" y="1299916"/>
            <a:ext cx="2087743" cy="170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0325" y="930584"/>
            <a:ext cx="4798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</a:t>
            </a:r>
            <a:r>
              <a:rPr lang="en-US" dirty="0" err="1" smtClean="0"/>
              <a:t>Perhatikan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aliran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</a:t>
            </a:r>
            <a:r>
              <a:rPr lang="en-US" dirty="0" err="1" smtClean="0"/>
              <a:t>listrik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44351" y="1299916"/>
            <a:ext cx="24842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Jika</a:t>
            </a:r>
            <a:r>
              <a:rPr lang="en-US" dirty="0" smtClean="0"/>
              <a:t> I1 = 2 A</a:t>
            </a:r>
          </a:p>
          <a:p>
            <a:pPr marL="396875"/>
            <a:r>
              <a:rPr lang="en-US" dirty="0" smtClean="0"/>
              <a:t>I3 = 1 A</a:t>
            </a:r>
          </a:p>
          <a:p>
            <a:pPr marL="396875"/>
            <a:r>
              <a:rPr lang="en-US" dirty="0" smtClean="0"/>
              <a:t>I4 = 2 A</a:t>
            </a:r>
          </a:p>
          <a:p>
            <a:pPr marL="396875"/>
            <a:r>
              <a:rPr lang="en-US" dirty="0" smtClean="0"/>
              <a:t>I5 = 3 A</a:t>
            </a:r>
          </a:p>
          <a:p>
            <a:r>
              <a:rPr lang="en-US" dirty="0" err="1" smtClean="0"/>
              <a:t>Berapakah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I2?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80324" y="3123293"/>
            <a:ext cx="4798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Jawab</a:t>
            </a:r>
            <a:r>
              <a:rPr lang="en-US" dirty="0" smtClean="0"/>
              <a:t> :</a:t>
            </a:r>
          </a:p>
          <a:p>
            <a:r>
              <a:rPr lang="en-US" dirty="0" err="1" smtClean="0"/>
              <a:t>Diket</a:t>
            </a:r>
            <a:r>
              <a:rPr lang="en-US" dirty="0" smtClean="0"/>
              <a:t> : </a:t>
            </a:r>
            <a:r>
              <a:rPr lang="en-US" dirty="0" err="1" smtClean="0"/>
              <a:t>Imasuk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 I1 = 2A, </a:t>
            </a: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I2 = ….?</a:t>
            </a:r>
          </a:p>
          <a:p>
            <a:pPr marL="631825"/>
            <a:r>
              <a:rPr lang="en-US" dirty="0" err="1" smtClean="0">
                <a:sym typeface="Wingdings" panose="05000000000000000000" pitchFamily="2" charset="2"/>
              </a:rPr>
              <a:t>Ikeluar</a:t>
            </a:r>
            <a:r>
              <a:rPr lang="en-US" dirty="0" smtClean="0">
                <a:sym typeface="Wingdings" panose="05000000000000000000" pitchFamily="2" charset="2"/>
              </a:rPr>
              <a:t>   I3 = 1 A, I4 = 2A, I5 =3 A</a:t>
            </a:r>
          </a:p>
          <a:p>
            <a:r>
              <a:rPr lang="en-US" dirty="0" err="1" smtClean="0">
                <a:sym typeface="Wingdings" panose="05000000000000000000" pitchFamily="2" charset="2"/>
              </a:rPr>
              <a:t>Jawab</a:t>
            </a:r>
            <a:r>
              <a:rPr lang="en-US" dirty="0" smtClean="0">
                <a:sym typeface="Wingdings" panose="05000000000000000000" pitchFamily="2" charset="2"/>
              </a:rPr>
              <a:t>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964" y="129473"/>
            <a:ext cx="4798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</a:t>
            </a:r>
            <a:r>
              <a:rPr lang="en-US" dirty="0" err="1" smtClean="0"/>
              <a:t>Perhatikan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/>
              <a:t>r</a:t>
            </a:r>
            <a:r>
              <a:rPr lang="en-US" dirty="0" err="1" smtClean="0"/>
              <a:t>angkaian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462" y="498805"/>
            <a:ext cx="3045052" cy="13158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30117" y="474693"/>
            <a:ext cx="2484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Berapakah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yang </a:t>
            </a:r>
            <a:r>
              <a:rPr lang="en-US" dirty="0" err="1" smtClean="0"/>
              <a:t>mengalir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masing</a:t>
            </a:r>
            <a:r>
              <a:rPr lang="en-US" dirty="0" smtClean="0"/>
              <a:t> – </a:t>
            </a:r>
            <a:r>
              <a:rPr lang="en-US" dirty="0" err="1" smtClean="0"/>
              <a:t>masing</a:t>
            </a:r>
            <a:r>
              <a:rPr lang="en-US" dirty="0" smtClean="0"/>
              <a:t> resistor?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689797" y="1814620"/>
            <a:ext cx="4798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Jawab</a:t>
            </a:r>
            <a:r>
              <a:rPr lang="en-US" dirty="0" smtClean="0"/>
              <a:t> :</a:t>
            </a:r>
          </a:p>
          <a:p>
            <a:r>
              <a:rPr lang="en-US" dirty="0" smtClean="0"/>
              <a:t>a.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arah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889" y="2414110"/>
            <a:ext cx="2919625" cy="14326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89797" y="3862006"/>
            <a:ext cx="3668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b.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I1 (</a:t>
            </a:r>
            <a:r>
              <a:rPr lang="en-US" dirty="0" err="1" smtClean="0"/>
              <a:t>Hukum</a:t>
            </a:r>
            <a:r>
              <a:rPr lang="en-US" dirty="0" smtClean="0"/>
              <a:t> Ohm)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21679" y="4231338"/>
                <a:ext cx="1262205" cy="1765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=0,012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=12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</m:t>
                    </m:r>
                  </m:oMath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679" y="4231338"/>
                <a:ext cx="1262205" cy="1765420"/>
              </a:xfrm>
              <a:prstGeom prst="rect">
                <a:avLst/>
              </a:prstGeom>
              <a:blipFill rotWithShape="0">
                <a:blip r:embed="rId7"/>
                <a:stretch>
                  <a:fillRect l="-2415" r="-5797" b="-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9266970" y="2188870"/>
            <a:ext cx="22897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b.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I2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598852" y="2558202"/>
                <a:ext cx="1262205" cy="1765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2000</m:t>
                        </m:r>
                      </m:den>
                    </m:f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=0,006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=6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</m:t>
                    </m:r>
                  </m:oMath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852" y="2558202"/>
                <a:ext cx="1262205" cy="1765420"/>
              </a:xfrm>
              <a:prstGeom prst="rect">
                <a:avLst/>
              </a:prstGeom>
              <a:blipFill rotWithShape="0">
                <a:blip r:embed="rId8"/>
                <a:stretch>
                  <a:fillRect l="-2415" r="-5797" b="-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9266970" y="4420873"/>
            <a:ext cx="2829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. </a:t>
            </a:r>
            <a:r>
              <a:rPr lang="en-US" dirty="0" err="1" smtClean="0"/>
              <a:t>Menentukan</a:t>
            </a:r>
            <a:r>
              <a:rPr lang="en-US" dirty="0" smtClean="0"/>
              <a:t> Is (</a:t>
            </a:r>
            <a:r>
              <a:rPr lang="en-US" dirty="0" err="1" smtClean="0"/>
              <a:t>Kirchoff</a:t>
            </a:r>
            <a:r>
              <a:rPr lang="en-US" dirty="0" smtClean="0"/>
              <a:t> 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506465" y="4618115"/>
                <a:ext cx="2685535" cy="14621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t-B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𝑀𝑎𝑠𝑢𝑘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t-B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𝐾𝑒𝑙𝑢𝑎𝑟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200" b="0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=12+6</m:t>
                      </m:r>
                    </m:oMath>
                  </m:oMathPara>
                </a14:m>
                <a:endParaRPr lang="en-US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=18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465" y="4618115"/>
                <a:ext cx="2685535" cy="14621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78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90329" y="226567"/>
            <a:ext cx="11573197" cy="72424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Ada yang tau </a:t>
            </a:r>
            <a:r>
              <a:rPr lang="en-US" dirty="0" err="1" smtClean="0"/>
              <a:t>lampu</a:t>
            </a:r>
            <a:r>
              <a:rPr lang="en-US" dirty="0" smtClean="0"/>
              <a:t> </a:t>
            </a:r>
            <a:r>
              <a:rPr lang="en-US" dirty="0" err="1" smtClean="0"/>
              <a:t>hias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22" y="1238082"/>
            <a:ext cx="4871405" cy="48714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23557" y="2553085"/>
            <a:ext cx="462023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 smtClean="0"/>
              <a:t>Mengapa</a:t>
            </a:r>
            <a:r>
              <a:rPr lang="en-US" sz="2800" dirty="0" smtClean="0"/>
              <a:t> </a:t>
            </a:r>
            <a:r>
              <a:rPr lang="en-US" sz="2800" dirty="0" err="1" smtClean="0"/>
              <a:t>kecerahannya</a:t>
            </a:r>
            <a:r>
              <a:rPr lang="en-US" sz="2800" dirty="0" smtClean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</a:p>
          <a:p>
            <a:r>
              <a:rPr lang="en-US" sz="2800" dirty="0" err="1" smtClean="0"/>
              <a:t>berubah-ubah</a:t>
            </a:r>
            <a:r>
              <a:rPr lang="en-US" sz="2800" dirty="0" smtClean="0"/>
              <a:t> (</a:t>
            </a:r>
            <a:r>
              <a:rPr lang="en-US" sz="2800" dirty="0" err="1"/>
              <a:t>t</a:t>
            </a:r>
            <a:r>
              <a:rPr lang="en-US" sz="2800" dirty="0" err="1" smtClean="0"/>
              <a:t>erang</a:t>
            </a:r>
            <a:r>
              <a:rPr lang="en-US" sz="2800" dirty="0" smtClean="0"/>
              <a:t> </a:t>
            </a:r>
            <a:r>
              <a:rPr lang="en-US" sz="2800" dirty="0" err="1" smtClean="0"/>
              <a:t>redup</a:t>
            </a:r>
            <a:r>
              <a:rPr lang="en-US" sz="2800" dirty="0" smtClean="0"/>
              <a:t>)?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F77B549-EA5F-4D11-91F1-45BCB511AC5C}"/>
              </a:ext>
            </a:extLst>
          </p:cNvPr>
          <p:cNvSpPr/>
          <p:nvPr/>
        </p:nvSpPr>
        <p:spPr>
          <a:xfrm>
            <a:off x="17964" y="-594"/>
            <a:ext cx="3063903" cy="66414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smtClean="0">
                <a:solidFill>
                  <a:prstClr val="white"/>
                </a:solidFill>
                <a:latin typeface="Arial"/>
              </a:rPr>
              <a:t>KEGIATAN </a:t>
            </a:r>
            <a:r>
              <a:rPr kumimoji="0" lang="en-US" altLang="ko-KR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36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F77B549-EA5F-4D11-91F1-45BCB511AC5C}"/>
              </a:ext>
            </a:extLst>
          </p:cNvPr>
          <p:cNvSpPr/>
          <p:nvPr/>
        </p:nvSpPr>
        <p:spPr>
          <a:xfrm>
            <a:off x="0" y="-16184"/>
            <a:ext cx="12192000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Perhatikan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Video </a:t>
            </a: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Berikut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2" name="2f1JgYbjCrA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40476" y="647363"/>
            <a:ext cx="10041317" cy="564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2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10940" y="1111170"/>
            <a:ext cx="9340126" cy="3946967"/>
          </a:xfrm>
        </p:spPr>
        <p:txBody>
          <a:bodyPr>
            <a:normAutofit/>
          </a:bodyPr>
          <a:lstStyle/>
          <a:p>
            <a:r>
              <a:rPr lang="en-US" sz="7000" b="1" dirty="0" err="1" smtClean="0">
                <a:solidFill>
                  <a:srgbClr val="FF0000"/>
                </a:solidFill>
              </a:rPr>
              <a:t>Apa</a:t>
            </a:r>
            <a:r>
              <a:rPr lang="en-US" sz="7000" b="1" dirty="0" smtClean="0">
                <a:solidFill>
                  <a:srgbClr val="FF0000"/>
                </a:solidFill>
              </a:rPr>
              <a:t> </a:t>
            </a:r>
            <a:r>
              <a:rPr lang="en-US" sz="7000" b="1" dirty="0" smtClean="0"/>
              <a:t>yang </a:t>
            </a:r>
            <a:r>
              <a:rPr lang="en-US" sz="7000" b="1" dirty="0" err="1" smtClean="0"/>
              <a:t>menyebabkan</a:t>
            </a:r>
            <a:r>
              <a:rPr lang="en-US" sz="7000" b="1" dirty="0" smtClean="0"/>
              <a:t> </a:t>
            </a:r>
            <a:r>
              <a:rPr lang="en-US" sz="7000" b="1" dirty="0" err="1" smtClean="0">
                <a:solidFill>
                  <a:srgbClr val="FF0000"/>
                </a:solidFill>
              </a:rPr>
              <a:t>Lampu</a:t>
            </a:r>
            <a:r>
              <a:rPr lang="en-US" sz="7000" b="1" dirty="0" smtClean="0">
                <a:solidFill>
                  <a:srgbClr val="FF0000"/>
                </a:solidFill>
              </a:rPr>
              <a:t> LED </a:t>
            </a:r>
            <a:r>
              <a:rPr lang="en-US" sz="7000" b="1" dirty="0" err="1" smtClean="0">
                <a:solidFill>
                  <a:srgbClr val="0070C0"/>
                </a:solidFill>
              </a:rPr>
              <a:t>berubah</a:t>
            </a:r>
            <a:r>
              <a:rPr lang="en-US" sz="7000" b="1" dirty="0" smtClean="0">
                <a:solidFill>
                  <a:srgbClr val="0070C0"/>
                </a:solidFill>
              </a:rPr>
              <a:t> </a:t>
            </a:r>
            <a:r>
              <a:rPr lang="en-US" sz="7000" b="1" dirty="0" err="1" smtClean="0">
                <a:solidFill>
                  <a:srgbClr val="0070C0"/>
                </a:solidFill>
              </a:rPr>
              <a:t>kecerahannya</a:t>
            </a:r>
            <a:r>
              <a:rPr lang="en-US" sz="7000" b="1" dirty="0" smtClean="0"/>
              <a:t>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6458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F77B549-EA5F-4D11-91F1-45BCB511AC5C}"/>
              </a:ext>
            </a:extLst>
          </p:cNvPr>
          <p:cNvSpPr/>
          <p:nvPr/>
        </p:nvSpPr>
        <p:spPr>
          <a:xfrm>
            <a:off x="0" y="-16184"/>
            <a:ext cx="12192000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Kegiatan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</a:t>
            </a:r>
            <a:r>
              <a:rPr lang="en-US" altLang="ko-KR" sz="3600" b="1" dirty="0">
                <a:solidFill>
                  <a:prstClr val="white"/>
                </a:solidFill>
                <a:latin typeface="Arial"/>
              </a:rPr>
              <a:t>2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: </a:t>
            </a: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Simulasi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3392" y="1786275"/>
            <a:ext cx="3205723" cy="3271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063" y="1648711"/>
            <a:ext cx="7981426" cy="327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6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163" y="799089"/>
            <a:ext cx="7072439" cy="53043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F77B549-EA5F-4D11-91F1-45BCB511AC5C}"/>
              </a:ext>
            </a:extLst>
          </p:cNvPr>
          <p:cNvSpPr/>
          <p:nvPr/>
        </p:nvSpPr>
        <p:spPr>
          <a:xfrm>
            <a:off x="0" y="-16184"/>
            <a:ext cx="12192000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Kegiatan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2 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: Cara </a:t>
            </a: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Membaca</a:t>
            </a:r>
            <a:r>
              <a:rPr lang="en-US" altLang="ko-KR" sz="3600" b="1" dirty="0" smtClean="0">
                <a:solidFill>
                  <a:prstClr val="white"/>
                </a:solidFill>
                <a:latin typeface="Arial"/>
              </a:rPr>
              <a:t> </a:t>
            </a:r>
            <a:r>
              <a:rPr lang="en-US" altLang="ko-KR" sz="3600" b="1" dirty="0" err="1" smtClean="0">
                <a:solidFill>
                  <a:prstClr val="white"/>
                </a:solidFill>
                <a:latin typeface="Arial"/>
              </a:rPr>
              <a:t>Simulasi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60390" y="2478674"/>
            <a:ext cx="501706" cy="8820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000031" y="3174659"/>
            <a:ext cx="1263508" cy="7838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96214" y="3788214"/>
            <a:ext cx="58262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412474" y="3174659"/>
            <a:ext cx="428912" cy="9607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7626930" y="4075277"/>
            <a:ext cx="25410" cy="8204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47707" y="4585742"/>
            <a:ext cx="85758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Vled</a:t>
            </a:r>
            <a:endParaRPr 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462044" y="1722750"/>
            <a:ext cx="428912" cy="9607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7841386" y="1694306"/>
            <a:ext cx="630975" cy="1992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90986" y="1431872"/>
            <a:ext cx="85758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endParaRPr 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2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88533" y="1962618"/>
            <a:ext cx="92117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solidFill>
                  <a:srgbClr val="00B050"/>
                </a:solidFill>
                <a:latin typeface="Barlow Condensed Black" panose="00000A06000000000000" pitchFamily="2" charset="0"/>
              </a:rPr>
              <a:t>SELAMAT BEKERJA</a:t>
            </a:r>
          </a:p>
          <a:p>
            <a:pPr algn="ctr"/>
            <a:r>
              <a:rPr lang="en-US" sz="6600" dirty="0" smtClean="0">
                <a:solidFill>
                  <a:srgbClr val="FFC000"/>
                </a:solidFill>
                <a:latin typeface="Barlow Condensed Black" panose="00000A06000000000000" pitchFamily="2" charset="0"/>
              </a:rPr>
              <a:t>JANGAN LUPA PRESENTASI</a:t>
            </a:r>
            <a:endParaRPr lang="en-US" sz="6600" dirty="0">
              <a:solidFill>
                <a:srgbClr val="FFC000"/>
              </a:solidFill>
              <a:latin typeface="Barlow Condensed Black" panose="00000A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623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075416" y="2955691"/>
            <a:ext cx="3272430" cy="94676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Disebut</a:t>
            </a:r>
            <a:r>
              <a:rPr lang="en-US" dirty="0" smtClean="0"/>
              <a:t> Juga </a:t>
            </a:r>
          </a:p>
          <a:p>
            <a:pPr algn="ctr"/>
            <a:r>
              <a:rPr lang="en-US" b="1" dirty="0" err="1" smtClean="0"/>
              <a:t>Hukum</a:t>
            </a:r>
            <a:r>
              <a:rPr lang="en-US" b="1" dirty="0" smtClean="0"/>
              <a:t> </a:t>
            </a:r>
            <a:r>
              <a:rPr lang="en-US" b="1" dirty="0" err="1" smtClean="0"/>
              <a:t>Arus</a:t>
            </a:r>
            <a:r>
              <a:rPr lang="en-US" b="1" dirty="0" smtClean="0"/>
              <a:t> </a:t>
            </a:r>
            <a:r>
              <a:rPr lang="en-US" b="1" dirty="0" err="1" smtClean="0"/>
              <a:t>Kirchoff</a:t>
            </a:r>
            <a:endParaRPr lang="en-US" b="1" dirty="0" smtClean="0"/>
          </a:p>
          <a:p>
            <a:pPr algn="ctr"/>
            <a:r>
              <a:rPr lang="en-US" b="1" dirty="0" smtClean="0"/>
              <a:t>(</a:t>
            </a:r>
            <a:r>
              <a:rPr lang="en-US" b="1" dirty="0" err="1" smtClean="0"/>
              <a:t>Kirchoff</a:t>
            </a:r>
            <a:r>
              <a:rPr lang="en-US" b="1" dirty="0" smtClean="0"/>
              <a:t> Current Law)</a:t>
            </a:r>
            <a:endParaRPr lang="en-US" b="1" dirty="0"/>
          </a:p>
        </p:txBody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1F77B549-EA5F-4D11-91F1-45BCB511AC5C}"/>
              </a:ext>
            </a:extLst>
          </p:cNvPr>
          <p:cNvSpPr/>
          <p:nvPr/>
        </p:nvSpPr>
        <p:spPr>
          <a:xfrm>
            <a:off x="0" y="-16184"/>
            <a:ext cx="5536551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HUKUM KIRCHOFF II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70216" y="647363"/>
            <a:ext cx="66335" cy="621063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63864" y="850473"/>
            <a:ext cx="5142489" cy="214762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Hukum</a:t>
            </a:r>
            <a:r>
              <a:rPr lang="en-US" b="1" dirty="0" smtClean="0"/>
              <a:t> </a:t>
            </a:r>
            <a:r>
              <a:rPr lang="en-US" b="1" dirty="0" err="1" smtClean="0"/>
              <a:t>Kirchoff</a:t>
            </a:r>
            <a:r>
              <a:rPr lang="en-US" b="1" dirty="0" smtClean="0"/>
              <a:t> 2 </a:t>
            </a:r>
            <a:r>
              <a:rPr lang="en-US" dirty="0" err="1" smtClean="0"/>
              <a:t>berbunyi</a:t>
            </a:r>
            <a:r>
              <a:rPr lang="en-US" dirty="0" smtClean="0"/>
              <a:t>:</a:t>
            </a:r>
          </a:p>
          <a:p>
            <a:pPr algn="ctr"/>
            <a:r>
              <a:rPr lang="sv-SE" sz="2400" b="1" dirty="0" smtClean="0">
                <a:solidFill>
                  <a:srgbClr val="FF0000"/>
                </a:solidFill>
              </a:rPr>
              <a:t>Jumlah aljabar </a:t>
            </a:r>
            <a:r>
              <a:rPr lang="sv-SE" sz="2400" b="1" dirty="0" smtClean="0">
                <a:solidFill>
                  <a:srgbClr val="00B050"/>
                </a:solidFill>
              </a:rPr>
              <a:t>beda potensial </a:t>
            </a:r>
            <a:r>
              <a:rPr lang="sv-SE" sz="2400" b="1" dirty="0" smtClean="0">
                <a:solidFill>
                  <a:srgbClr val="FF0000"/>
                </a:solidFill>
              </a:rPr>
              <a:t>(tegangan)</a:t>
            </a:r>
            <a:r>
              <a:rPr lang="sv-SE" sz="2400" b="1" dirty="0" smtClean="0">
                <a:solidFill>
                  <a:srgbClr val="00B050"/>
                </a:solidFill>
              </a:rPr>
              <a:t> </a:t>
            </a:r>
            <a:r>
              <a:rPr lang="sv-SE" sz="2400" b="1" dirty="0" smtClean="0">
                <a:solidFill>
                  <a:schemeClr val="tx1"/>
                </a:solidFill>
              </a:rPr>
              <a:t>pada suatu </a:t>
            </a:r>
            <a:r>
              <a:rPr lang="sv-SE" sz="2400" b="1" dirty="0" smtClean="0">
                <a:solidFill>
                  <a:srgbClr val="0070C0"/>
                </a:solidFill>
              </a:rPr>
              <a:t>rangkaian tertutup </a:t>
            </a:r>
            <a:r>
              <a:rPr lang="sv-SE" sz="2400" b="1" dirty="0" smtClean="0">
                <a:solidFill>
                  <a:schemeClr val="tx1"/>
                </a:solidFill>
              </a:rPr>
              <a:t>adalah sama dengan </a:t>
            </a:r>
            <a:r>
              <a:rPr lang="sv-SE" sz="2400" b="1" dirty="0" smtClean="0">
                <a:solidFill>
                  <a:srgbClr val="FF0000"/>
                </a:solidFill>
              </a:rPr>
              <a:t>nol</a:t>
            </a:r>
            <a:endParaRPr 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719802" y="3180979"/>
                <a:ext cx="2419518" cy="984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802" y="3180979"/>
                <a:ext cx="2419518" cy="98488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545" y="315589"/>
            <a:ext cx="3621024" cy="2462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064347" y="4165864"/>
                <a:ext cx="394242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 smtClean="0"/>
                  <a:t>Keterangan</a:t>
                </a:r>
                <a:r>
                  <a:rPr lang="en-US" dirty="0" smtClean="0"/>
                  <a:t> :</a:t>
                </a:r>
              </a:p>
              <a:p>
                <a:pPr>
                  <a:tabLst>
                    <a:tab pos="517525" algn="l"/>
                  </a:tabLst>
                </a:pP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∑</m:t>
                    </m:r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 smtClean="0"/>
                  <a:t>    	= </a:t>
                </a:r>
                <a:r>
                  <a:rPr lang="en-US" dirty="0" err="1" smtClean="0"/>
                  <a:t>Jumlah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Sumber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Tegangan</a:t>
                </a:r>
                <a:r>
                  <a:rPr lang="en-US" dirty="0" smtClean="0"/>
                  <a:t> (V)</a:t>
                </a:r>
              </a:p>
              <a:p>
                <a:pPr>
                  <a:tabLst>
                    <a:tab pos="517525" algn="l"/>
                  </a:tabLst>
                </a:pP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𝐼𝑅</m:t>
                    </m:r>
                  </m:oMath>
                </a14:m>
                <a:r>
                  <a:rPr lang="en-US" dirty="0" smtClean="0"/>
                  <a:t> 	= </a:t>
                </a:r>
                <a:r>
                  <a:rPr lang="en-US" dirty="0" err="1" smtClean="0"/>
                  <a:t>Jumlah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penurunan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tegangan</a:t>
                </a:r>
                <a:r>
                  <a:rPr lang="en-US" dirty="0" smtClean="0"/>
                  <a:t> (V)</a:t>
                </a:r>
              </a:p>
              <a:p>
                <a:pPr>
                  <a:tabLst>
                    <a:tab pos="517525" algn="l"/>
                  </a:tabLst>
                </a:pPr>
                <a:r>
                  <a:rPr lang="en-US" dirty="0" smtClean="0"/>
                  <a:t>I	= </a:t>
                </a:r>
                <a:r>
                  <a:rPr lang="en-US" dirty="0" err="1"/>
                  <a:t>A</a:t>
                </a:r>
                <a:r>
                  <a:rPr lang="en-US" dirty="0" err="1" smtClean="0"/>
                  <a:t>rus</a:t>
                </a:r>
                <a:r>
                  <a:rPr lang="en-US" dirty="0" smtClean="0"/>
                  <a:t> yang </a:t>
                </a:r>
                <a:r>
                  <a:rPr lang="en-US" dirty="0" err="1" smtClean="0"/>
                  <a:t>mengalir</a:t>
                </a:r>
                <a:r>
                  <a:rPr lang="en-US" dirty="0" smtClean="0"/>
                  <a:t> (A)</a:t>
                </a:r>
              </a:p>
              <a:p>
                <a:pPr>
                  <a:tabLst>
                    <a:tab pos="517525" algn="l"/>
                  </a:tabLst>
                </a:pPr>
                <a:r>
                  <a:rPr lang="en-US" dirty="0" smtClean="0"/>
                  <a:t>R	= </a:t>
                </a:r>
                <a:r>
                  <a:rPr lang="en-US" dirty="0" err="1" smtClean="0"/>
                  <a:t>Hambatan</a:t>
                </a:r>
                <a:r>
                  <a:rPr lang="en-US" dirty="0" smtClean="0"/>
                  <a:t> (</a:t>
                </a:r>
                <a:r>
                  <a:rPr lang="el-GR" dirty="0" smtClean="0"/>
                  <a:t>Ω</a:t>
                </a:r>
                <a:r>
                  <a:rPr lang="en-US" dirty="0" smtClean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47" y="4165864"/>
                <a:ext cx="3942420" cy="1754326"/>
              </a:xfrm>
              <a:prstGeom prst="rect">
                <a:avLst/>
              </a:prstGeom>
              <a:blipFill rotWithShape="0">
                <a:blip r:embed="rId5"/>
                <a:stretch>
                  <a:fillRect l="-1391" t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611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1F77B549-EA5F-4D11-91F1-45BCB511AC5C}"/>
              </a:ext>
            </a:extLst>
          </p:cNvPr>
          <p:cNvSpPr/>
          <p:nvPr/>
        </p:nvSpPr>
        <p:spPr>
          <a:xfrm>
            <a:off x="0" y="-16183"/>
            <a:ext cx="5536551" cy="6007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Contoh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Permasalahan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Hukum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Kirchoff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II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78308" y="1"/>
            <a:ext cx="58243" cy="688227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44" y="639838"/>
            <a:ext cx="4798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/>
            <a:r>
              <a:rPr lang="en-US" dirty="0" smtClean="0"/>
              <a:t>1. </a:t>
            </a:r>
            <a:r>
              <a:rPr lang="en-US" dirty="0" err="1" smtClean="0"/>
              <a:t>Tentukanlah</a:t>
            </a:r>
            <a:r>
              <a:rPr lang="en-US" dirty="0" smtClean="0"/>
              <a:t> </a:t>
            </a:r>
            <a:r>
              <a:rPr lang="en-US" dirty="0" err="1" smtClean="0"/>
              <a:t>arah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yang </a:t>
            </a:r>
            <a:r>
              <a:rPr lang="en-US" dirty="0" err="1" smtClean="0"/>
              <a:t>mengalir</a:t>
            </a:r>
            <a:r>
              <a:rPr lang="en-US" dirty="0" smtClean="0"/>
              <a:t> </a:t>
            </a:r>
            <a:r>
              <a:rPr lang="en-US" dirty="0" err="1" smtClean="0"/>
              <a:t>serta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R1 </a:t>
            </a:r>
            <a:r>
              <a:rPr lang="en-US" dirty="0" err="1" smtClean="0"/>
              <a:t>dan</a:t>
            </a:r>
            <a:r>
              <a:rPr lang="en-US" dirty="0" smtClean="0"/>
              <a:t> R2  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9" y="1770349"/>
            <a:ext cx="2309826" cy="1759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684880" y="1857745"/>
                <a:ext cx="2679516" cy="2314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r>
                        <a:rPr lang="pt-BR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2+</m:t>
                      </m:r>
                      <m:r>
                        <a:rPr lang="en-US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𝐼𝑅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2=0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0+5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+50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150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150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150</m:t>
                          </m:r>
                        </m:den>
                      </m:f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=0,033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=33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880" y="1857745"/>
                <a:ext cx="2679516" cy="23142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2656764" y="1286169"/>
            <a:ext cx="20845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Jawab</a:t>
            </a:r>
            <a:r>
              <a:rPr lang="en-US" dirty="0" smtClean="0"/>
              <a:t> :</a:t>
            </a:r>
          </a:p>
          <a:p>
            <a:r>
              <a:rPr lang="en-US" dirty="0"/>
              <a:t>a</a:t>
            </a:r>
            <a:r>
              <a:rPr lang="en-US" dirty="0" smtClean="0"/>
              <a:t>.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6644" y="4172033"/>
            <a:ext cx="1964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b. </a:t>
            </a:r>
            <a:r>
              <a:rPr lang="en-US" dirty="0" err="1" smtClean="0"/>
              <a:t>Menentukan</a:t>
            </a:r>
            <a:r>
              <a:rPr lang="en-US" dirty="0" smtClean="0"/>
              <a:t> V</a:t>
            </a:r>
            <a:r>
              <a:rPr lang="en-US" sz="1200" dirty="0" smtClean="0"/>
              <a:t>R1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47778" y="4551415"/>
                <a:ext cx="2216507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574675" algn="l"/>
                  </a:tabLst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>
                  <a:tabLst>
                    <a:tab pos="461963" algn="l"/>
                  </a:tabLst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=0,033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100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> = 3,3V</a:t>
                </a:r>
              </a:p>
              <a:p>
                <a:r>
                  <a:rPr lang="en-US" b="0" dirty="0" smtClean="0"/>
                  <a:t> </a:t>
                </a: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78" y="4551415"/>
                <a:ext cx="2216507" cy="147732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2684880" y="4172033"/>
            <a:ext cx="1940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. </a:t>
            </a:r>
            <a:r>
              <a:rPr lang="en-US" dirty="0" err="1" smtClean="0"/>
              <a:t>Menentukan</a:t>
            </a:r>
            <a:r>
              <a:rPr lang="en-US" dirty="0" smtClean="0"/>
              <a:t> V</a:t>
            </a:r>
            <a:r>
              <a:rPr lang="en-US" sz="1200" dirty="0" smtClean="0"/>
              <a:t>R2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876014" y="4551415"/>
                <a:ext cx="2216507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574675" algn="l"/>
                  </a:tabLst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>
                  <a:tabLst>
                    <a:tab pos="461963" algn="l"/>
                  </a:tabLst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=0,033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50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> = 1,65V</a:t>
                </a:r>
              </a:p>
              <a:p>
                <a:r>
                  <a:rPr lang="en-US" b="0" dirty="0" smtClean="0"/>
                  <a:t> </a:t>
                </a: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014" y="4551415"/>
                <a:ext cx="2216507" cy="147732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50" y="1609334"/>
            <a:ext cx="1906392" cy="19730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14527" y="580465"/>
            <a:ext cx="4798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/>
            <a:r>
              <a:rPr lang="en-US" dirty="0" smtClean="0"/>
              <a:t>2. </a:t>
            </a:r>
            <a:r>
              <a:rPr lang="en-US" dirty="0" err="1" smtClean="0"/>
              <a:t>Tentukanlah</a:t>
            </a:r>
            <a:r>
              <a:rPr lang="en-US" dirty="0" smtClean="0"/>
              <a:t> </a:t>
            </a:r>
            <a:r>
              <a:rPr lang="en-US" dirty="0" err="1" smtClean="0"/>
              <a:t>arah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yang </a:t>
            </a:r>
            <a:r>
              <a:rPr lang="en-US" dirty="0" err="1" smtClean="0"/>
              <a:t>mengalir</a:t>
            </a:r>
            <a:r>
              <a:rPr lang="en-US" dirty="0" smtClean="0"/>
              <a:t> </a:t>
            </a:r>
            <a:r>
              <a:rPr lang="en-US" dirty="0" err="1" smtClean="0"/>
              <a:t>serta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R1 </a:t>
            </a:r>
            <a:r>
              <a:rPr lang="en-US" dirty="0" err="1" smtClean="0"/>
              <a:t>dan</a:t>
            </a:r>
            <a:r>
              <a:rPr lang="en-US" dirty="0" smtClean="0"/>
              <a:t> R2 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8821740" y="1857745"/>
                <a:ext cx="2563587" cy="2314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r>
                        <a:rPr lang="pt-BR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𝐼𝑅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2=0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+1000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3000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3000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3000</m:t>
                          </m:r>
                        </m:den>
                      </m:f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=0,0033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740" y="1857745"/>
                <a:ext cx="2563587" cy="231428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8793624" y="1286169"/>
            <a:ext cx="20845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Jawab</a:t>
            </a:r>
            <a:r>
              <a:rPr lang="en-US" dirty="0" smtClean="0"/>
              <a:t> :</a:t>
            </a:r>
          </a:p>
          <a:p>
            <a:r>
              <a:rPr lang="en-US" dirty="0"/>
              <a:t>a</a:t>
            </a:r>
            <a:r>
              <a:rPr lang="en-US" dirty="0" smtClean="0"/>
              <a:t>.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6193504" y="4172033"/>
            <a:ext cx="1964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b. </a:t>
            </a:r>
            <a:r>
              <a:rPr lang="en-US" dirty="0" err="1" smtClean="0"/>
              <a:t>Menentukan</a:t>
            </a:r>
            <a:r>
              <a:rPr lang="en-US" dirty="0" smtClean="0"/>
              <a:t> V</a:t>
            </a:r>
            <a:r>
              <a:rPr lang="en-US" sz="1200" dirty="0" smtClean="0"/>
              <a:t>R1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6384638" y="4551415"/>
                <a:ext cx="243710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574675" algn="l"/>
                  </a:tabLst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>
                  <a:tabLst>
                    <a:tab pos="461963" algn="l"/>
                  </a:tabLst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=0,0033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2000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> = 6,6V</a:t>
                </a:r>
              </a:p>
              <a:p>
                <a:r>
                  <a:rPr lang="en-US" b="0" dirty="0" smtClean="0"/>
                  <a:t> </a:t>
                </a: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638" y="4551415"/>
                <a:ext cx="2437102" cy="147732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8821740" y="4172033"/>
            <a:ext cx="1940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. </a:t>
            </a:r>
            <a:r>
              <a:rPr lang="en-US" dirty="0" err="1" smtClean="0"/>
              <a:t>Menentukan</a:t>
            </a:r>
            <a:r>
              <a:rPr lang="en-US" dirty="0" smtClean="0"/>
              <a:t> V</a:t>
            </a:r>
            <a:r>
              <a:rPr lang="en-US" sz="1200" dirty="0" smtClean="0"/>
              <a:t>R2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9012874" y="4551415"/>
                <a:ext cx="2680117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574675" algn="l"/>
                  </a:tabLst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>
                  <a:tabLst>
                    <a:tab pos="461963" algn="l"/>
                  </a:tabLst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=0,0033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1000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> = 3,3V</a:t>
                </a:r>
              </a:p>
              <a:p>
                <a:r>
                  <a:rPr lang="en-US" b="0" dirty="0" smtClean="0"/>
                  <a:t> </a:t>
                </a: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874" y="4551415"/>
                <a:ext cx="2680117" cy="147732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690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1F77B549-EA5F-4D11-91F1-45BCB511AC5C}"/>
              </a:ext>
            </a:extLst>
          </p:cNvPr>
          <p:cNvSpPr/>
          <p:nvPr/>
        </p:nvSpPr>
        <p:spPr>
          <a:xfrm>
            <a:off x="0" y="-16184"/>
            <a:ext cx="5536551" cy="6635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Soal</a:t>
            </a:r>
            <a:r>
              <a:rPr kumimoji="0" lang="en-US" altLang="ko-K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Latihan</a:t>
            </a:r>
            <a:r>
              <a:rPr kumimoji="0" lang="en-US" altLang="ko-K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Hukum</a:t>
            </a:r>
            <a:r>
              <a:rPr kumimoji="0" lang="en-US" altLang="ko-K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Kirchoff</a:t>
            </a:r>
            <a:r>
              <a:rPr kumimoji="0" lang="en-US" altLang="ko-K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I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70216" y="647363"/>
            <a:ext cx="66335" cy="621063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5525" y="790541"/>
            <a:ext cx="4798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575" indent="-282575"/>
            <a:r>
              <a:rPr lang="en-US" dirty="0"/>
              <a:t>A</a:t>
            </a:r>
            <a:r>
              <a:rPr lang="en-US" dirty="0" smtClean="0"/>
              <a:t>. </a:t>
            </a:r>
            <a:r>
              <a:rPr lang="en-US" dirty="0" err="1" smtClean="0"/>
              <a:t>Tentukanlah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</a:t>
            </a:r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dibawah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30" y="1580050"/>
            <a:ext cx="2319528" cy="1149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5491" y="1680849"/>
            <a:ext cx="359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1.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45491" y="3304545"/>
            <a:ext cx="359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2.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56697" y="4859670"/>
            <a:ext cx="359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3.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30" y="3152589"/>
            <a:ext cx="2895600" cy="114909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30" y="4768940"/>
            <a:ext cx="3087624" cy="1194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06233" y="150990"/>
            <a:ext cx="6318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575" indent="-282575"/>
            <a:r>
              <a:rPr lang="en-US" dirty="0" smtClean="0"/>
              <a:t>B. </a:t>
            </a:r>
            <a:r>
              <a:rPr lang="en-US" dirty="0" err="1" smtClean="0"/>
              <a:t>Tentukanlah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yang </a:t>
            </a:r>
            <a:r>
              <a:rPr lang="en-US" dirty="0" err="1" smtClean="0"/>
              <a:t>mengalir</a:t>
            </a:r>
            <a:r>
              <a:rPr lang="en-US" dirty="0" smtClean="0"/>
              <a:t> </a:t>
            </a:r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buktikanlah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simulasi</a:t>
            </a:r>
            <a:r>
              <a:rPr lang="en-US" dirty="0" smtClean="0"/>
              <a:t> di </a:t>
            </a:r>
            <a:r>
              <a:rPr lang="en-US" b="1" dirty="0" err="1" smtClean="0">
                <a:solidFill>
                  <a:srgbClr val="FF0000"/>
                </a:solidFill>
              </a:rPr>
              <a:t>Aplikasi</a:t>
            </a:r>
            <a:r>
              <a:rPr lang="en-US" b="1" dirty="0" smtClean="0">
                <a:solidFill>
                  <a:srgbClr val="FF0000"/>
                </a:solidFill>
              </a:rPr>
              <a:t> Android </a:t>
            </a:r>
            <a:r>
              <a:rPr lang="en-US" b="1" dirty="0" err="1" smtClean="0">
                <a:solidFill>
                  <a:srgbClr val="FF0000"/>
                </a:solidFill>
              </a:rPr>
              <a:t>EveryCircuit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391" y="1486196"/>
            <a:ext cx="2405581" cy="103783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391" y="2979908"/>
            <a:ext cx="3090285" cy="103948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052771" y="1067540"/>
            <a:ext cx="2835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  <a:r>
              <a:rPr lang="en-US" dirty="0" smtClean="0"/>
              <a:t>. </a:t>
            </a:r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Is, I1 </a:t>
            </a:r>
            <a:r>
              <a:rPr lang="en-US" dirty="0" err="1" smtClean="0"/>
              <a:t>dan</a:t>
            </a:r>
            <a:r>
              <a:rPr lang="en-US" dirty="0" smtClean="0"/>
              <a:t> I2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6052771" y="2544480"/>
            <a:ext cx="3178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2. </a:t>
            </a:r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Is, I1, I2, </a:t>
            </a:r>
            <a:r>
              <a:rPr lang="en-US" dirty="0" err="1" smtClean="0"/>
              <a:t>dan</a:t>
            </a:r>
            <a:r>
              <a:rPr lang="en-US" dirty="0" smtClean="0"/>
              <a:t> I3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052771" y="4134716"/>
            <a:ext cx="3178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</a:t>
            </a:r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Is, I1, I2, </a:t>
            </a:r>
            <a:r>
              <a:rPr lang="en-US" dirty="0" err="1" smtClean="0"/>
              <a:t>dan</a:t>
            </a:r>
            <a:r>
              <a:rPr lang="en-US" dirty="0" smtClean="0"/>
              <a:t> I3</a:t>
            </a:r>
            <a:endParaRPr lang="en-US" dirty="0"/>
          </a:p>
        </p:txBody>
      </p:sp>
      <p:pic>
        <p:nvPicPr>
          <p:cNvPr id="22" name="Picture 21" descr="D:\DATA\9. SMK NEGERI 3 YOGYAKARTA\0. Data Kepegawaian\PPG Daljab\3. Materi Daring\6. Modul Ajar\2. Hukum Kirchoff\Gambar\Soal Kirchoff 1.6.jp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391" y="4507510"/>
            <a:ext cx="2867494" cy="2111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364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1F77B549-EA5F-4D11-91F1-45BCB511AC5C}"/>
              </a:ext>
            </a:extLst>
          </p:cNvPr>
          <p:cNvSpPr/>
          <p:nvPr/>
        </p:nvSpPr>
        <p:spPr>
          <a:xfrm>
            <a:off x="0" y="-16183"/>
            <a:ext cx="5536551" cy="5017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Soal</a:t>
            </a:r>
            <a:r>
              <a:rPr kumimoji="0" lang="en-US" altLang="ko-K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Latihan</a:t>
            </a:r>
            <a:r>
              <a:rPr kumimoji="0" lang="en-US" altLang="ko-K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Hukum</a:t>
            </a:r>
            <a:r>
              <a:rPr kumimoji="0" lang="en-US" altLang="ko-K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Kirchoff</a:t>
            </a:r>
            <a:r>
              <a:rPr kumimoji="0" lang="en-US" altLang="ko-K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II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70216" y="647363"/>
            <a:ext cx="66335" cy="621063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05902" y="485523"/>
            <a:ext cx="5346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Tentukanlah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yang </a:t>
            </a:r>
            <a:r>
              <a:rPr lang="en-US" dirty="0" err="1" smtClean="0"/>
              <a:t>mengalir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buktikanlah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simulasi</a:t>
            </a:r>
            <a:r>
              <a:rPr lang="en-US" dirty="0" smtClean="0"/>
              <a:t> di </a:t>
            </a:r>
            <a:r>
              <a:rPr lang="en-US" b="1" dirty="0" err="1" smtClean="0">
                <a:solidFill>
                  <a:srgbClr val="FF0000"/>
                </a:solidFill>
              </a:rPr>
              <a:t>Aplikasi</a:t>
            </a:r>
            <a:r>
              <a:rPr lang="en-US" b="1" dirty="0" smtClean="0">
                <a:solidFill>
                  <a:srgbClr val="FF0000"/>
                </a:solidFill>
              </a:rPr>
              <a:t> Android </a:t>
            </a:r>
            <a:r>
              <a:rPr lang="en-US" b="1" dirty="0" err="1" smtClean="0">
                <a:solidFill>
                  <a:srgbClr val="FF0000"/>
                </a:solidFill>
              </a:rPr>
              <a:t>EveryCircuit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282575" indent="-282575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7537" y="1362686"/>
            <a:ext cx="53348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7013" indent="-227013"/>
            <a:r>
              <a:rPr lang="en-US" dirty="0" smtClean="0"/>
              <a:t>1. </a:t>
            </a:r>
            <a:r>
              <a:rPr lang="en-US" dirty="0" err="1" smtClean="0"/>
              <a:t>Tentukanlah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yang </a:t>
            </a:r>
            <a:r>
              <a:rPr lang="en-US" dirty="0" err="1" smtClean="0"/>
              <a:t>mengalir</a:t>
            </a:r>
            <a:r>
              <a:rPr lang="en-US" dirty="0" smtClean="0"/>
              <a:t> </a:t>
            </a:r>
            <a:r>
              <a:rPr lang="en-US" dirty="0" err="1" smtClean="0"/>
              <a:t>serta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R1 </a:t>
            </a:r>
            <a:r>
              <a:rPr lang="en-US" dirty="0" err="1" smtClean="0"/>
              <a:t>dan</a:t>
            </a:r>
            <a:r>
              <a:rPr lang="en-US" dirty="0" smtClean="0"/>
              <a:t> R2 </a:t>
            </a:r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762" y="2108119"/>
            <a:ext cx="2634794" cy="37501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03" y="2056231"/>
            <a:ext cx="2535622" cy="18552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86" y="4600940"/>
            <a:ext cx="2860557" cy="21290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968" y="2108119"/>
            <a:ext cx="2634794" cy="271411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0146" y="3983210"/>
            <a:ext cx="48550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7013" indent="-227013"/>
            <a:r>
              <a:rPr lang="en-US" dirty="0"/>
              <a:t>2</a:t>
            </a:r>
            <a:r>
              <a:rPr lang="en-US" dirty="0" smtClean="0"/>
              <a:t>. </a:t>
            </a:r>
            <a:r>
              <a:rPr lang="en-US" dirty="0" err="1" smtClean="0"/>
              <a:t>Tentukanlah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yang </a:t>
            </a:r>
            <a:r>
              <a:rPr lang="en-US" dirty="0" err="1" smtClean="0"/>
              <a:t>mengalir</a:t>
            </a:r>
            <a:r>
              <a:rPr lang="en-US" dirty="0" smtClean="0"/>
              <a:t> </a:t>
            </a:r>
            <a:r>
              <a:rPr lang="en-US" dirty="0" err="1" smtClean="0"/>
              <a:t>serta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R1 </a:t>
            </a:r>
            <a:r>
              <a:rPr lang="en-US" dirty="0" err="1" smtClean="0"/>
              <a:t>dan</a:t>
            </a:r>
            <a:r>
              <a:rPr lang="en-US" dirty="0" smtClean="0"/>
              <a:t> R2 </a:t>
            </a:r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5554402" y="942185"/>
            <a:ext cx="32500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7013" indent="-227013"/>
            <a:r>
              <a:rPr lang="en-US" dirty="0"/>
              <a:t>3</a:t>
            </a:r>
            <a:r>
              <a:rPr lang="en-US" dirty="0" smtClean="0"/>
              <a:t>. </a:t>
            </a:r>
            <a:r>
              <a:rPr lang="en-US" dirty="0" err="1" smtClean="0"/>
              <a:t>Tentukanlah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yang </a:t>
            </a:r>
            <a:r>
              <a:rPr lang="en-US" dirty="0" err="1" smtClean="0"/>
              <a:t>mengalir</a:t>
            </a:r>
            <a:r>
              <a:rPr lang="en-US" dirty="0" smtClean="0"/>
              <a:t> </a:t>
            </a:r>
            <a:r>
              <a:rPr lang="en-US" dirty="0" err="1" smtClean="0"/>
              <a:t>serta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R1 </a:t>
            </a:r>
            <a:r>
              <a:rPr lang="en-US" dirty="0" err="1" smtClean="0"/>
              <a:t>dan</a:t>
            </a:r>
            <a:r>
              <a:rPr lang="en-US" dirty="0" smtClean="0"/>
              <a:t> R2 </a:t>
            </a:r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804501" y="942185"/>
            <a:ext cx="32500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7013" indent="-227013"/>
            <a:r>
              <a:rPr lang="en-US" dirty="0" smtClean="0"/>
              <a:t>4. </a:t>
            </a:r>
            <a:r>
              <a:rPr lang="en-US" dirty="0" err="1" smtClean="0"/>
              <a:t>Tentukanlah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yang </a:t>
            </a:r>
            <a:r>
              <a:rPr lang="en-US" dirty="0" err="1" smtClean="0"/>
              <a:t>mengalir</a:t>
            </a:r>
            <a:r>
              <a:rPr lang="en-US" dirty="0" smtClean="0"/>
              <a:t> </a:t>
            </a:r>
            <a:r>
              <a:rPr lang="en-US" dirty="0" err="1" smtClean="0"/>
              <a:t>serta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R1, R2 </a:t>
            </a:r>
            <a:r>
              <a:rPr lang="en-US" dirty="0" err="1" smtClean="0"/>
              <a:t>dan</a:t>
            </a:r>
            <a:r>
              <a:rPr lang="en-US" dirty="0" smtClean="0"/>
              <a:t> 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278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4448" y="2047285"/>
            <a:ext cx="54378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rgbClr val="00B050"/>
                </a:solidFill>
                <a:latin typeface="Bauhaus 93" panose="04030905020B02020C02" pitchFamily="82" charset="0"/>
              </a:rPr>
              <a:t>TERIMA KASIH</a:t>
            </a:r>
            <a:endParaRPr lang="en-US" sz="6600" dirty="0">
              <a:solidFill>
                <a:srgbClr val="00B050"/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44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1039</Words>
  <Application>Microsoft Office PowerPoint</Application>
  <PresentationFormat>Widescreen</PresentationFormat>
  <Paragraphs>196</Paragraphs>
  <Slides>22</Slides>
  <Notes>8</Notes>
  <HiddenSlides>0</HiddenSlides>
  <MMClips>2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맑은 고딕</vt:lpstr>
      <vt:lpstr>Aharoni</vt:lpstr>
      <vt:lpstr>Arial</vt:lpstr>
      <vt:lpstr>Arial Black</vt:lpstr>
      <vt:lpstr>Barlow Condensed Black</vt:lpstr>
      <vt:lpstr>Bauhaus 93</vt:lpstr>
      <vt:lpstr>Bodoni MT</vt:lpstr>
      <vt:lpstr>Calibri</vt:lpstr>
      <vt:lpstr>Calibri Light</vt:lpstr>
      <vt:lpstr>Cambria Math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37</cp:revision>
  <dcterms:created xsi:type="dcterms:W3CDTF">2022-09-20T00:17:37Z</dcterms:created>
  <dcterms:modified xsi:type="dcterms:W3CDTF">2022-11-01T13:48:36Z</dcterms:modified>
</cp:coreProperties>
</file>